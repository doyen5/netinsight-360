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30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Domaine: RA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3">
  <a:themeElements>
    <a:clrScheme name="Theme7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2026-03-31T13:33:55Z</dcterms:created>
  <dcterms:modified xsi:type="dcterms:W3CDTF">2026-03-31T13:33:55Z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