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98009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25717500000"/>
          <a:chOff x="0" y="0"/>
          <a:chExt cx="87096600000" cy="25717500000"/>
        </a:xfrm>
      </p:grpSpPr>
      <p:sp>
        <p:nvSpPr>
          <p:cNvPr id="1" name=""/>
          <p:cNvSpPr txBox="1"/>
          <p:nvPr/>
        </p:nvSpPr>
        <p:spPr>
          <a:xfrm>
            <a:off x="0" y="0"/>
            <a:ext cx="87096600000" cy="15240000000"/>
          </a:xfrm>
          <a:prstGeom prst="rect">
            <a:avLst/>
          </a:prstGeom>
          <a:solidFill>
            <a:srgbClr val="00274C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1905000000"/>
            <a:ext cx="82867500000" cy="6667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32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etInsight 360 — Rapport KPIs RA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572500000"/>
            <a:ext cx="8286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ADD8E6">
                    <a:alpha val="100.00%"/>
                  </a:srgbClr>
                </a:solidFill>
                <a:latin typeface="Calibri"/>
              </a:rPr>
              <a:t><![CDATA[Données du 2026-03-31  •  Généré le 31/03/2026  •  Domaine: RA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590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067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00A3C4">
                    <a:alpha val="100.00%"/>
                  </a:srgbClr>
                </a:solidFill>
                <a:latin typeface="Calibri"/>
              </a:rPr>
              <a:t><![CDATA[2189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067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Sites supervisé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02133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06895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10B981">
                    <a:alpha val="100.00%"/>
                  </a:srgbClr>
                </a:solidFill>
                <a:latin typeface="Calibri"/>
              </a:rPr>
              <a:t><![CDATA[98.5%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06895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KPI Global moye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7835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8312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8312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Pires sites listé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05000000" y="762000000"/>
          <a:ext cx="84772500000" cy="100679250000"/>
          <a:chOff x="1905000000" y="762000000"/>
          <a:chExt cx="84772500000" cy="100679250000"/>
        </a:xfrm>
      </p:grpSpPr>
      <p:sp>
        <p:nvSpPr>
          <p:cNvPr id="1" name=""/>
          <p:cNvSpPr txBox="1"/>
          <p:nvPr/>
        </p:nvSpPr>
        <p:spPr>
          <a:xfrm>
            <a:off x="1905000000" y="762000000"/>
            <a:ext cx="82867500000" cy="428625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2200" spc="0" u="none">
                <a:solidFill>
                  <a:srgbClr val="00274C">
                    <a:alpha val="100.00%"/>
                  </a:srgbClr>
                </a:solidFill>
                <a:latin typeface="Calibri"/>
              </a:rPr>
              <a:t><![CDATA[Analyse des pires sites RA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4762500000"/>
            <a:ext cx="8286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Données : 2026-03-31  •  Classés par KPI Global croissa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096250000"/>
            <a:ext cx="285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#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0000" y="8096250000"/>
            <a:ext cx="7620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Site I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om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857500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Pay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5242500000" y="8096250000"/>
            <a:ext cx="5715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Techn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0957500000" y="8096250000"/>
            <a:ext cx="809625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Glob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05375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Dégrada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524625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Valeur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000" y="10668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762500000" y="10668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7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238250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JEDANA_R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2857500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5242500000" y="10668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0957500000" y="10668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5.8%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4905375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524625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1.7%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1905000000" y="13239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762500000" y="13239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00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1238250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UMBER_O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2857500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35242500000" y="13239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0957500000" y="13239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1%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905375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6524625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3%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1905000000" y="15811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762500000" y="15811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88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1238250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YOP_NUMBER_ONE_EXT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2857500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5242500000" y="15811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40957500000" y="15811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4%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4905375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524625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8%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1905000000" y="18383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4762500000" y="18383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7" name=""/>
          <p:cNvSpPr txBox="1"/>
          <p:nvPr/>
        </p:nvSpPr>
        <p:spPr>
          <a:xfrm>
            <a:off x="1238250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8" name=""/>
          <p:cNvSpPr txBox="1"/>
          <p:nvPr/>
        </p:nvSpPr>
        <p:spPr>
          <a:xfrm>
            <a:off x="2857500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9" name=""/>
          <p:cNvSpPr txBox="1"/>
          <p:nvPr/>
        </p:nvSpPr>
        <p:spPr>
          <a:xfrm>
            <a:off x="35242500000" y="18383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0" name=""/>
          <p:cNvSpPr txBox="1"/>
          <p:nvPr/>
        </p:nvSpPr>
        <p:spPr>
          <a:xfrm>
            <a:off x="40957500000" y="18383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1" name=""/>
          <p:cNvSpPr txBox="1"/>
          <p:nvPr/>
        </p:nvSpPr>
        <p:spPr>
          <a:xfrm>
            <a:off x="4905375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42" name=""/>
          <p:cNvSpPr txBox="1"/>
          <p:nvPr/>
        </p:nvSpPr>
        <p:spPr>
          <a:xfrm>
            <a:off x="6524625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43" name=""/>
          <p:cNvSpPr txBox="1"/>
          <p:nvPr/>
        </p:nvSpPr>
        <p:spPr>
          <a:xfrm>
            <a:off x="1905000000" y="20955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5]]></a:t>
            </a:r>
          </a:p>
        </p:txBody>
      </p:sp>
      <p:sp>
        <p:nvSpPr>
          <p:cNvPr id="44" name=""/>
          <p:cNvSpPr txBox="1"/>
          <p:nvPr/>
        </p:nvSpPr>
        <p:spPr>
          <a:xfrm>
            <a:off x="4762500000" y="20955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288]]></a:t>
            </a:r>
          </a:p>
        </p:txBody>
      </p:sp>
      <p:sp>
        <p:nvSpPr>
          <p:cNvPr id="45" name=""/>
          <p:cNvSpPr txBox="1"/>
          <p:nvPr/>
        </p:nvSpPr>
        <p:spPr>
          <a:xfrm>
            <a:off x="1238250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OUNA]]></a:t>
            </a:r>
          </a:p>
        </p:txBody>
      </p:sp>
      <p:sp>
        <p:nvSpPr>
          <p:cNvPr id="46" name=""/>
          <p:cNvSpPr txBox="1"/>
          <p:nvPr/>
        </p:nvSpPr>
        <p:spPr>
          <a:xfrm>
            <a:off x="2857500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47" name=""/>
          <p:cNvSpPr txBox="1"/>
          <p:nvPr/>
        </p:nvSpPr>
        <p:spPr>
          <a:xfrm>
            <a:off x="35242500000" y="20955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8" name=""/>
          <p:cNvSpPr txBox="1"/>
          <p:nvPr/>
        </p:nvSpPr>
        <p:spPr>
          <a:xfrm>
            <a:off x="40957500000" y="20955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9" name=""/>
          <p:cNvSpPr txBox="1"/>
          <p:nvPr/>
        </p:nvSpPr>
        <p:spPr>
          <a:xfrm>
            <a:off x="4905375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0" name=""/>
          <p:cNvSpPr txBox="1"/>
          <p:nvPr/>
        </p:nvSpPr>
        <p:spPr>
          <a:xfrm>
            <a:off x="6524625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1" name=""/>
          <p:cNvSpPr txBox="1"/>
          <p:nvPr/>
        </p:nvSpPr>
        <p:spPr>
          <a:xfrm>
            <a:off x="1905000000" y="23526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6]]></a:t>
            </a:r>
          </a:p>
        </p:txBody>
      </p:sp>
      <p:sp>
        <p:nvSpPr>
          <p:cNvPr id="52" name=""/>
          <p:cNvSpPr txBox="1"/>
          <p:nvPr/>
        </p:nvSpPr>
        <p:spPr>
          <a:xfrm>
            <a:off x="4762500000" y="23526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359]]></a:t>
            </a:r>
          </a:p>
        </p:txBody>
      </p:sp>
      <p:sp>
        <p:nvSpPr>
          <p:cNvPr id="53" name=""/>
          <p:cNvSpPr txBox="1"/>
          <p:nvPr/>
        </p:nvSpPr>
        <p:spPr>
          <a:xfrm>
            <a:off x="1238250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VICENNE]]></a:t>
            </a:r>
          </a:p>
        </p:txBody>
      </p:sp>
      <p:sp>
        <p:nvSpPr>
          <p:cNvPr id="54" name=""/>
          <p:cNvSpPr txBox="1"/>
          <p:nvPr/>
        </p:nvSpPr>
        <p:spPr>
          <a:xfrm>
            <a:off x="2857500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55" name=""/>
          <p:cNvSpPr txBox="1"/>
          <p:nvPr/>
        </p:nvSpPr>
        <p:spPr>
          <a:xfrm>
            <a:off x="35242500000" y="23526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56" name=""/>
          <p:cNvSpPr txBox="1"/>
          <p:nvPr/>
        </p:nvSpPr>
        <p:spPr>
          <a:xfrm>
            <a:off x="40957500000" y="23526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57" name=""/>
          <p:cNvSpPr txBox="1"/>
          <p:nvPr/>
        </p:nvSpPr>
        <p:spPr>
          <a:xfrm>
            <a:off x="4905375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8" name=""/>
          <p:cNvSpPr txBox="1"/>
          <p:nvPr/>
        </p:nvSpPr>
        <p:spPr>
          <a:xfrm>
            <a:off x="6524625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9" name=""/>
          <p:cNvSpPr txBox="1"/>
          <p:nvPr/>
        </p:nvSpPr>
        <p:spPr>
          <a:xfrm>
            <a:off x="1905000000" y="26098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7]]></a:t>
            </a:r>
          </a:p>
        </p:txBody>
      </p:sp>
      <p:sp>
        <p:nvSpPr>
          <p:cNvPr id="60" name=""/>
          <p:cNvSpPr txBox="1"/>
          <p:nvPr/>
        </p:nvSpPr>
        <p:spPr>
          <a:xfrm>
            <a:off x="4762500000" y="26098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34]]></a:t>
            </a:r>
          </a:p>
        </p:txBody>
      </p:sp>
      <p:sp>
        <p:nvSpPr>
          <p:cNvPr id="61" name=""/>
          <p:cNvSpPr txBox="1"/>
          <p:nvPr/>
        </p:nvSpPr>
        <p:spPr>
          <a:xfrm>
            <a:off x="1238250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INADER]]></a:t>
            </a:r>
          </a:p>
        </p:txBody>
      </p:sp>
      <p:sp>
        <p:nvSpPr>
          <p:cNvPr id="62" name=""/>
          <p:cNvSpPr txBox="1"/>
          <p:nvPr/>
        </p:nvSpPr>
        <p:spPr>
          <a:xfrm>
            <a:off x="2857500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63" name=""/>
          <p:cNvSpPr txBox="1"/>
          <p:nvPr/>
        </p:nvSpPr>
        <p:spPr>
          <a:xfrm>
            <a:off x="35242500000" y="26098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64" name=""/>
          <p:cNvSpPr txBox="1"/>
          <p:nvPr/>
        </p:nvSpPr>
        <p:spPr>
          <a:xfrm>
            <a:off x="40957500000" y="26098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65" name=""/>
          <p:cNvSpPr txBox="1"/>
          <p:nvPr/>
        </p:nvSpPr>
        <p:spPr>
          <a:xfrm>
            <a:off x="4905375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66" name=""/>
          <p:cNvSpPr txBox="1"/>
          <p:nvPr/>
        </p:nvSpPr>
        <p:spPr>
          <a:xfrm>
            <a:off x="6524625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67" name=""/>
          <p:cNvSpPr txBox="1"/>
          <p:nvPr/>
        </p:nvSpPr>
        <p:spPr>
          <a:xfrm>
            <a:off x="1905000000" y="28670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8]]></a:t>
            </a:r>
          </a:p>
        </p:txBody>
      </p:sp>
      <p:sp>
        <p:nvSpPr>
          <p:cNvPr id="68" name=""/>
          <p:cNvSpPr txBox="1"/>
          <p:nvPr/>
        </p:nvSpPr>
        <p:spPr>
          <a:xfrm>
            <a:off x="4762500000" y="28670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63]]></a:t>
            </a:r>
          </a:p>
        </p:txBody>
      </p:sp>
      <p:sp>
        <p:nvSpPr>
          <p:cNvPr id="69" name=""/>
          <p:cNvSpPr txBox="1"/>
          <p:nvPr/>
        </p:nvSpPr>
        <p:spPr>
          <a:xfrm>
            <a:off x="1238250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RIDGE_BANK]]></a:t>
            </a:r>
          </a:p>
        </p:txBody>
      </p:sp>
      <p:sp>
        <p:nvSpPr>
          <p:cNvPr id="70" name=""/>
          <p:cNvSpPr txBox="1"/>
          <p:nvPr/>
        </p:nvSpPr>
        <p:spPr>
          <a:xfrm>
            <a:off x="2857500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1" name=""/>
          <p:cNvSpPr txBox="1"/>
          <p:nvPr/>
        </p:nvSpPr>
        <p:spPr>
          <a:xfrm>
            <a:off x="35242500000" y="28670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72" name=""/>
          <p:cNvSpPr txBox="1"/>
          <p:nvPr/>
        </p:nvSpPr>
        <p:spPr>
          <a:xfrm>
            <a:off x="40957500000" y="28670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73" name=""/>
          <p:cNvSpPr txBox="1"/>
          <p:nvPr/>
        </p:nvSpPr>
        <p:spPr>
          <a:xfrm>
            <a:off x="4905375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74" name=""/>
          <p:cNvSpPr txBox="1"/>
          <p:nvPr/>
        </p:nvSpPr>
        <p:spPr>
          <a:xfrm>
            <a:off x="6524625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75" name=""/>
          <p:cNvSpPr txBox="1"/>
          <p:nvPr/>
        </p:nvSpPr>
        <p:spPr>
          <a:xfrm>
            <a:off x="1905000000" y="31242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]]></a:t>
            </a:r>
          </a:p>
        </p:txBody>
      </p:sp>
      <p:sp>
        <p:nvSpPr>
          <p:cNvPr id="76" name=""/>
          <p:cNvSpPr txBox="1"/>
          <p:nvPr/>
        </p:nvSpPr>
        <p:spPr>
          <a:xfrm>
            <a:off x="4762500000" y="31242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717]]></a:t>
            </a:r>
          </a:p>
        </p:txBody>
      </p:sp>
      <p:sp>
        <p:nvSpPr>
          <p:cNvPr id="77" name=""/>
          <p:cNvSpPr txBox="1"/>
          <p:nvPr/>
        </p:nvSpPr>
        <p:spPr>
          <a:xfrm>
            <a:off x="1238250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AGBA_EXTENSION]]></a:t>
            </a:r>
          </a:p>
        </p:txBody>
      </p:sp>
      <p:sp>
        <p:nvSpPr>
          <p:cNvPr id="78" name=""/>
          <p:cNvSpPr txBox="1"/>
          <p:nvPr/>
        </p:nvSpPr>
        <p:spPr>
          <a:xfrm>
            <a:off x="2857500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9" name=""/>
          <p:cNvSpPr txBox="1"/>
          <p:nvPr/>
        </p:nvSpPr>
        <p:spPr>
          <a:xfrm>
            <a:off x="35242500000" y="31242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0" name=""/>
          <p:cNvSpPr txBox="1"/>
          <p:nvPr/>
        </p:nvSpPr>
        <p:spPr>
          <a:xfrm>
            <a:off x="40957500000" y="31242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1" name=""/>
          <p:cNvSpPr txBox="1"/>
          <p:nvPr/>
        </p:nvSpPr>
        <p:spPr>
          <a:xfrm>
            <a:off x="4905375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82" name=""/>
          <p:cNvSpPr txBox="1"/>
          <p:nvPr/>
        </p:nvSpPr>
        <p:spPr>
          <a:xfrm>
            <a:off x="6524625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83" name=""/>
          <p:cNvSpPr txBox="1"/>
          <p:nvPr/>
        </p:nvSpPr>
        <p:spPr>
          <a:xfrm>
            <a:off x="1905000000" y="33813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0]]></a:t>
            </a:r>
          </a:p>
        </p:txBody>
      </p:sp>
      <p:sp>
        <p:nvSpPr>
          <p:cNvPr id="84" name=""/>
          <p:cNvSpPr txBox="1"/>
          <p:nvPr/>
        </p:nvSpPr>
        <p:spPr>
          <a:xfrm>
            <a:off x="4762500000" y="33813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88]]></a:t>
            </a:r>
          </a:p>
        </p:txBody>
      </p:sp>
      <p:sp>
        <p:nvSpPr>
          <p:cNvPr id="85" name=""/>
          <p:cNvSpPr txBox="1"/>
          <p:nvPr/>
        </p:nvSpPr>
        <p:spPr>
          <a:xfrm>
            <a:off x="1238250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ELLE_EPINE]]></a:t>
            </a:r>
          </a:p>
        </p:txBody>
      </p:sp>
      <p:sp>
        <p:nvSpPr>
          <p:cNvPr id="86" name=""/>
          <p:cNvSpPr txBox="1"/>
          <p:nvPr/>
        </p:nvSpPr>
        <p:spPr>
          <a:xfrm>
            <a:off x="2857500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87" name=""/>
          <p:cNvSpPr txBox="1"/>
          <p:nvPr/>
        </p:nvSpPr>
        <p:spPr>
          <a:xfrm>
            <a:off x="35242500000" y="33813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8" name=""/>
          <p:cNvSpPr txBox="1"/>
          <p:nvPr/>
        </p:nvSpPr>
        <p:spPr>
          <a:xfrm>
            <a:off x="40957500000" y="33813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9" name=""/>
          <p:cNvSpPr txBox="1"/>
          <p:nvPr/>
        </p:nvSpPr>
        <p:spPr>
          <a:xfrm>
            <a:off x="4905375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0" name=""/>
          <p:cNvSpPr txBox="1"/>
          <p:nvPr/>
        </p:nvSpPr>
        <p:spPr>
          <a:xfrm>
            <a:off x="6524625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1" name=""/>
          <p:cNvSpPr txBox="1"/>
          <p:nvPr/>
        </p:nvSpPr>
        <p:spPr>
          <a:xfrm>
            <a:off x="1905000000" y="36385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1]]></a:t>
            </a:r>
          </a:p>
        </p:txBody>
      </p:sp>
      <p:sp>
        <p:nvSpPr>
          <p:cNvPr id="92" name=""/>
          <p:cNvSpPr txBox="1"/>
          <p:nvPr/>
        </p:nvSpPr>
        <p:spPr>
          <a:xfrm>
            <a:off x="4762500000" y="36385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3" name=""/>
          <p:cNvSpPr txBox="1"/>
          <p:nvPr/>
        </p:nvSpPr>
        <p:spPr>
          <a:xfrm>
            <a:off x="1238250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4" name=""/>
          <p:cNvSpPr txBox="1"/>
          <p:nvPr/>
        </p:nvSpPr>
        <p:spPr>
          <a:xfrm>
            <a:off x="2857500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95" name=""/>
          <p:cNvSpPr txBox="1"/>
          <p:nvPr/>
        </p:nvSpPr>
        <p:spPr>
          <a:xfrm>
            <a:off x="35242500000" y="36385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96" name=""/>
          <p:cNvSpPr txBox="1"/>
          <p:nvPr/>
        </p:nvSpPr>
        <p:spPr>
          <a:xfrm>
            <a:off x="40957500000" y="36385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97" name=""/>
          <p:cNvSpPr txBox="1"/>
          <p:nvPr/>
        </p:nvSpPr>
        <p:spPr>
          <a:xfrm>
            <a:off x="4905375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8" name=""/>
          <p:cNvSpPr txBox="1"/>
          <p:nvPr/>
        </p:nvSpPr>
        <p:spPr>
          <a:xfrm>
            <a:off x="6524625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9" name=""/>
          <p:cNvSpPr txBox="1"/>
          <p:nvPr/>
        </p:nvSpPr>
        <p:spPr>
          <a:xfrm>
            <a:off x="1905000000" y="38957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2]]></a:t>
            </a:r>
          </a:p>
        </p:txBody>
      </p:sp>
      <p:sp>
        <p:nvSpPr>
          <p:cNvPr id="100" name=""/>
          <p:cNvSpPr txBox="1"/>
          <p:nvPr/>
        </p:nvSpPr>
        <p:spPr>
          <a:xfrm>
            <a:off x="4762500000" y="38957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6]]></a:t>
            </a:r>
          </a:p>
        </p:txBody>
      </p:sp>
      <p:sp>
        <p:nvSpPr>
          <p:cNvPr id="101" name=""/>
          <p:cNvSpPr txBox="1"/>
          <p:nvPr/>
        </p:nvSpPr>
        <p:spPr>
          <a:xfrm>
            <a:off x="1238250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C]]></a:t>
            </a:r>
          </a:p>
        </p:txBody>
      </p:sp>
      <p:sp>
        <p:nvSpPr>
          <p:cNvPr id="102" name=""/>
          <p:cNvSpPr txBox="1"/>
          <p:nvPr/>
        </p:nvSpPr>
        <p:spPr>
          <a:xfrm>
            <a:off x="2857500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03" name=""/>
          <p:cNvSpPr txBox="1"/>
          <p:nvPr/>
        </p:nvSpPr>
        <p:spPr>
          <a:xfrm>
            <a:off x="35242500000" y="38957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04" name=""/>
          <p:cNvSpPr txBox="1"/>
          <p:nvPr/>
        </p:nvSpPr>
        <p:spPr>
          <a:xfrm>
            <a:off x="40957500000" y="38957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05" name=""/>
          <p:cNvSpPr txBox="1"/>
          <p:nvPr/>
        </p:nvSpPr>
        <p:spPr>
          <a:xfrm>
            <a:off x="4905375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06" name=""/>
          <p:cNvSpPr txBox="1"/>
          <p:nvPr/>
        </p:nvSpPr>
        <p:spPr>
          <a:xfrm>
            <a:off x="6524625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07" name=""/>
          <p:cNvSpPr txBox="1"/>
          <p:nvPr/>
        </p:nvSpPr>
        <p:spPr>
          <a:xfrm>
            <a:off x="1905000000" y="41529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]]></a:t>
            </a:r>
          </a:p>
        </p:txBody>
      </p:sp>
      <p:sp>
        <p:nvSpPr>
          <p:cNvPr id="108" name=""/>
          <p:cNvSpPr txBox="1"/>
          <p:nvPr/>
        </p:nvSpPr>
        <p:spPr>
          <a:xfrm>
            <a:off x="4762500000" y="41529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8]]></a:t>
            </a:r>
          </a:p>
        </p:txBody>
      </p:sp>
      <p:sp>
        <p:nvSpPr>
          <p:cNvPr id="109" name=""/>
          <p:cNvSpPr txBox="1"/>
          <p:nvPr/>
        </p:nvSpPr>
        <p:spPr>
          <a:xfrm>
            <a:off x="1238250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D]]></a:t>
            </a:r>
          </a:p>
        </p:txBody>
      </p:sp>
      <p:sp>
        <p:nvSpPr>
          <p:cNvPr id="110" name=""/>
          <p:cNvSpPr txBox="1"/>
          <p:nvPr/>
        </p:nvSpPr>
        <p:spPr>
          <a:xfrm>
            <a:off x="2857500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1" name=""/>
          <p:cNvSpPr txBox="1"/>
          <p:nvPr/>
        </p:nvSpPr>
        <p:spPr>
          <a:xfrm>
            <a:off x="35242500000" y="41529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12" name=""/>
          <p:cNvSpPr txBox="1"/>
          <p:nvPr/>
        </p:nvSpPr>
        <p:spPr>
          <a:xfrm>
            <a:off x="40957500000" y="41529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13" name=""/>
          <p:cNvSpPr txBox="1"/>
          <p:nvPr/>
        </p:nvSpPr>
        <p:spPr>
          <a:xfrm>
            <a:off x="4905375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14" name=""/>
          <p:cNvSpPr txBox="1"/>
          <p:nvPr/>
        </p:nvSpPr>
        <p:spPr>
          <a:xfrm>
            <a:off x="6524625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15" name=""/>
          <p:cNvSpPr txBox="1"/>
          <p:nvPr/>
        </p:nvSpPr>
        <p:spPr>
          <a:xfrm>
            <a:off x="1905000000" y="44100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4]]></a:t>
            </a:r>
          </a:p>
        </p:txBody>
      </p:sp>
      <p:sp>
        <p:nvSpPr>
          <p:cNvPr id="116" name=""/>
          <p:cNvSpPr txBox="1"/>
          <p:nvPr/>
        </p:nvSpPr>
        <p:spPr>
          <a:xfrm>
            <a:off x="4762500000" y="44100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40]]></a:t>
            </a:r>
          </a:p>
        </p:txBody>
      </p:sp>
      <p:sp>
        <p:nvSpPr>
          <p:cNvPr id="117" name=""/>
          <p:cNvSpPr txBox="1"/>
          <p:nvPr/>
        </p:nvSpPr>
        <p:spPr>
          <a:xfrm>
            <a:off x="1238250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PLTX_PRESIDENCE_2]]></a:t>
            </a:r>
          </a:p>
        </p:txBody>
      </p:sp>
      <p:sp>
        <p:nvSpPr>
          <p:cNvPr id="118" name=""/>
          <p:cNvSpPr txBox="1"/>
          <p:nvPr/>
        </p:nvSpPr>
        <p:spPr>
          <a:xfrm>
            <a:off x="2857500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9" name=""/>
          <p:cNvSpPr txBox="1"/>
          <p:nvPr/>
        </p:nvSpPr>
        <p:spPr>
          <a:xfrm>
            <a:off x="35242500000" y="44100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0" name=""/>
          <p:cNvSpPr txBox="1"/>
          <p:nvPr/>
        </p:nvSpPr>
        <p:spPr>
          <a:xfrm>
            <a:off x="40957500000" y="44100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1" name=""/>
          <p:cNvSpPr txBox="1"/>
          <p:nvPr/>
        </p:nvSpPr>
        <p:spPr>
          <a:xfrm>
            <a:off x="4905375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22" name=""/>
          <p:cNvSpPr txBox="1"/>
          <p:nvPr/>
        </p:nvSpPr>
        <p:spPr>
          <a:xfrm>
            <a:off x="6524625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23" name=""/>
          <p:cNvSpPr txBox="1"/>
          <p:nvPr/>
        </p:nvSpPr>
        <p:spPr>
          <a:xfrm>
            <a:off x="1905000000" y="46672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]]></a:t>
            </a:r>
          </a:p>
        </p:txBody>
      </p:sp>
      <p:sp>
        <p:nvSpPr>
          <p:cNvPr id="124" name=""/>
          <p:cNvSpPr txBox="1"/>
          <p:nvPr/>
        </p:nvSpPr>
        <p:spPr>
          <a:xfrm>
            <a:off x="4762500000" y="46672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5" name=""/>
          <p:cNvSpPr txBox="1"/>
          <p:nvPr/>
        </p:nvSpPr>
        <p:spPr>
          <a:xfrm>
            <a:off x="1238250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6" name=""/>
          <p:cNvSpPr txBox="1"/>
          <p:nvPr/>
        </p:nvSpPr>
        <p:spPr>
          <a:xfrm>
            <a:off x="2857500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27" name=""/>
          <p:cNvSpPr txBox="1"/>
          <p:nvPr/>
        </p:nvSpPr>
        <p:spPr>
          <a:xfrm>
            <a:off x="35242500000" y="46672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8" name=""/>
          <p:cNvSpPr txBox="1"/>
          <p:nvPr/>
        </p:nvSpPr>
        <p:spPr>
          <a:xfrm>
            <a:off x="40957500000" y="46672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9" name=""/>
          <p:cNvSpPr txBox="1"/>
          <p:nvPr/>
        </p:nvSpPr>
        <p:spPr>
          <a:xfrm>
            <a:off x="4905375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0" name=""/>
          <p:cNvSpPr txBox="1"/>
          <p:nvPr/>
        </p:nvSpPr>
        <p:spPr>
          <a:xfrm>
            <a:off x="6524625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1" name=""/>
          <p:cNvSpPr txBox="1"/>
          <p:nvPr/>
        </p:nvSpPr>
        <p:spPr>
          <a:xfrm>
            <a:off x="1905000000" y="49244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6]]></a:t>
            </a:r>
          </a:p>
        </p:txBody>
      </p:sp>
      <p:sp>
        <p:nvSpPr>
          <p:cNvPr id="132" name=""/>
          <p:cNvSpPr txBox="1"/>
          <p:nvPr/>
        </p:nvSpPr>
        <p:spPr>
          <a:xfrm>
            <a:off x="4762500000" y="49244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8]]></a:t>
            </a:r>
          </a:p>
        </p:txBody>
      </p:sp>
      <p:sp>
        <p:nvSpPr>
          <p:cNvPr id="133" name=""/>
          <p:cNvSpPr txBox="1"/>
          <p:nvPr/>
        </p:nvSpPr>
        <p:spPr>
          <a:xfrm>
            <a:off x="1238250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LANCHON_EXTENSION]]></a:t>
            </a:r>
          </a:p>
        </p:txBody>
      </p:sp>
      <p:sp>
        <p:nvSpPr>
          <p:cNvPr id="134" name=""/>
          <p:cNvSpPr txBox="1"/>
          <p:nvPr/>
        </p:nvSpPr>
        <p:spPr>
          <a:xfrm>
            <a:off x="2857500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35" name=""/>
          <p:cNvSpPr txBox="1"/>
          <p:nvPr/>
        </p:nvSpPr>
        <p:spPr>
          <a:xfrm>
            <a:off x="35242500000" y="49244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36" name=""/>
          <p:cNvSpPr txBox="1"/>
          <p:nvPr/>
        </p:nvSpPr>
        <p:spPr>
          <a:xfrm>
            <a:off x="40957500000" y="49244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37" name=""/>
          <p:cNvSpPr txBox="1"/>
          <p:nvPr/>
        </p:nvSpPr>
        <p:spPr>
          <a:xfrm>
            <a:off x="4905375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8" name=""/>
          <p:cNvSpPr txBox="1"/>
          <p:nvPr/>
        </p:nvSpPr>
        <p:spPr>
          <a:xfrm>
            <a:off x="6524625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9" name=""/>
          <p:cNvSpPr txBox="1"/>
          <p:nvPr/>
        </p:nvSpPr>
        <p:spPr>
          <a:xfrm>
            <a:off x="1905000000" y="51816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7]]></a:t>
            </a:r>
          </a:p>
        </p:txBody>
      </p:sp>
      <p:sp>
        <p:nvSpPr>
          <p:cNvPr id="140" name=""/>
          <p:cNvSpPr txBox="1"/>
          <p:nvPr/>
        </p:nvSpPr>
        <p:spPr>
          <a:xfrm>
            <a:off x="4762500000" y="51816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1" name=""/>
          <p:cNvSpPr txBox="1"/>
          <p:nvPr/>
        </p:nvSpPr>
        <p:spPr>
          <a:xfrm>
            <a:off x="1238250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2" name=""/>
          <p:cNvSpPr txBox="1"/>
          <p:nvPr/>
        </p:nvSpPr>
        <p:spPr>
          <a:xfrm>
            <a:off x="2857500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43" name=""/>
          <p:cNvSpPr txBox="1"/>
          <p:nvPr/>
        </p:nvSpPr>
        <p:spPr>
          <a:xfrm>
            <a:off x="35242500000" y="51816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44" name=""/>
          <p:cNvSpPr txBox="1"/>
          <p:nvPr/>
        </p:nvSpPr>
        <p:spPr>
          <a:xfrm>
            <a:off x="40957500000" y="51816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45" name=""/>
          <p:cNvSpPr txBox="1"/>
          <p:nvPr/>
        </p:nvSpPr>
        <p:spPr>
          <a:xfrm>
            <a:off x="4905375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46" name=""/>
          <p:cNvSpPr txBox="1"/>
          <p:nvPr/>
        </p:nvSpPr>
        <p:spPr>
          <a:xfrm>
            <a:off x="6524625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47" name=""/>
          <p:cNvSpPr txBox="1"/>
          <p:nvPr/>
        </p:nvSpPr>
        <p:spPr>
          <a:xfrm>
            <a:off x="1905000000" y="54387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]]></a:t>
            </a:r>
          </a:p>
        </p:txBody>
      </p:sp>
      <p:sp>
        <p:nvSpPr>
          <p:cNvPr id="148" name=""/>
          <p:cNvSpPr txBox="1"/>
          <p:nvPr/>
        </p:nvSpPr>
        <p:spPr>
          <a:xfrm>
            <a:off x="4762500000" y="54387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87]]></a:t>
            </a:r>
          </a:p>
        </p:txBody>
      </p:sp>
      <p:sp>
        <p:nvSpPr>
          <p:cNvPr id="149" name=""/>
          <p:cNvSpPr txBox="1"/>
          <p:nvPr/>
        </p:nvSpPr>
        <p:spPr>
          <a:xfrm>
            <a:off x="1238250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ZUZUOKO]]></a:t>
            </a:r>
          </a:p>
        </p:txBody>
      </p:sp>
      <p:sp>
        <p:nvSpPr>
          <p:cNvPr id="150" name=""/>
          <p:cNvSpPr txBox="1"/>
          <p:nvPr/>
        </p:nvSpPr>
        <p:spPr>
          <a:xfrm>
            <a:off x="2857500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1" name=""/>
          <p:cNvSpPr txBox="1"/>
          <p:nvPr/>
        </p:nvSpPr>
        <p:spPr>
          <a:xfrm>
            <a:off x="35242500000" y="54387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52" name=""/>
          <p:cNvSpPr txBox="1"/>
          <p:nvPr/>
        </p:nvSpPr>
        <p:spPr>
          <a:xfrm>
            <a:off x="40957500000" y="54387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53" name=""/>
          <p:cNvSpPr txBox="1"/>
          <p:nvPr/>
        </p:nvSpPr>
        <p:spPr>
          <a:xfrm>
            <a:off x="4905375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54" name=""/>
          <p:cNvSpPr txBox="1"/>
          <p:nvPr/>
        </p:nvSpPr>
        <p:spPr>
          <a:xfrm>
            <a:off x="6524625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55" name=""/>
          <p:cNvSpPr txBox="1"/>
          <p:nvPr/>
        </p:nvSpPr>
        <p:spPr>
          <a:xfrm>
            <a:off x="1905000000" y="56959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9]]></a:t>
            </a:r>
          </a:p>
        </p:txBody>
      </p:sp>
      <p:sp>
        <p:nvSpPr>
          <p:cNvPr id="156" name=""/>
          <p:cNvSpPr txBox="1"/>
          <p:nvPr/>
        </p:nvSpPr>
        <p:spPr>
          <a:xfrm>
            <a:off x="4762500000" y="56959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4]]></a:t>
            </a:r>
          </a:p>
        </p:txBody>
      </p:sp>
      <p:sp>
        <p:nvSpPr>
          <p:cNvPr id="157" name=""/>
          <p:cNvSpPr txBox="1"/>
          <p:nvPr/>
        </p:nvSpPr>
        <p:spPr>
          <a:xfrm>
            <a:off x="1238250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INGES_GBAGBA]]></a:t>
            </a:r>
          </a:p>
        </p:txBody>
      </p:sp>
      <p:sp>
        <p:nvSpPr>
          <p:cNvPr id="158" name=""/>
          <p:cNvSpPr txBox="1"/>
          <p:nvPr/>
        </p:nvSpPr>
        <p:spPr>
          <a:xfrm>
            <a:off x="2857500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9" name=""/>
          <p:cNvSpPr txBox="1"/>
          <p:nvPr/>
        </p:nvSpPr>
        <p:spPr>
          <a:xfrm>
            <a:off x="35242500000" y="56959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0" name=""/>
          <p:cNvSpPr txBox="1"/>
          <p:nvPr/>
        </p:nvSpPr>
        <p:spPr>
          <a:xfrm>
            <a:off x="40957500000" y="56959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1" name=""/>
          <p:cNvSpPr txBox="1"/>
          <p:nvPr/>
        </p:nvSpPr>
        <p:spPr>
          <a:xfrm>
            <a:off x="4905375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62" name=""/>
          <p:cNvSpPr txBox="1"/>
          <p:nvPr/>
        </p:nvSpPr>
        <p:spPr>
          <a:xfrm>
            <a:off x="6524625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63" name=""/>
          <p:cNvSpPr txBox="1"/>
          <p:nvPr/>
        </p:nvSpPr>
        <p:spPr>
          <a:xfrm>
            <a:off x="1905000000" y="59531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0]]></a:t>
            </a:r>
          </a:p>
        </p:txBody>
      </p:sp>
      <p:sp>
        <p:nvSpPr>
          <p:cNvPr id="164" name=""/>
          <p:cNvSpPr txBox="1"/>
          <p:nvPr/>
        </p:nvSpPr>
        <p:spPr>
          <a:xfrm>
            <a:off x="4762500000" y="59531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6]]></a:t>
            </a:r>
          </a:p>
        </p:txBody>
      </p:sp>
      <p:sp>
        <p:nvSpPr>
          <p:cNvPr id="165" name=""/>
          <p:cNvSpPr txBox="1"/>
          <p:nvPr/>
        </p:nvSpPr>
        <p:spPr>
          <a:xfrm>
            <a:off x="1238250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LOPLOU]]></a:t>
            </a:r>
          </a:p>
        </p:txBody>
      </p:sp>
      <p:sp>
        <p:nvSpPr>
          <p:cNvPr id="166" name=""/>
          <p:cNvSpPr txBox="1"/>
          <p:nvPr/>
        </p:nvSpPr>
        <p:spPr>
          <a:xfrm>
            <a:off x="2857500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67" name=""/>
          <p:cNvSpPr txBox="1"/>
          <p:nvPr/>
        </p:nvSpPr>
        <p:spPr>
          <a:xfrm>
            <a:off x="35242500000" y="59531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8" name=""/>
          <p:cNvSpPr txBox="1"/>
          <p:nvPr/>
        </p:nvSpPr>
        <p:spPr>
          <a:xfrm>
            <a:off x="40957500000" y="59531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9" name=""/>
          <p:cNvSpPr txBox="1"/>
          <p:nvPr/>
        </p:nvSpPr>
        <p:spPr>
          <a:xfrm>
            <a:off x="4905375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0" name=""/>
          <p:cNvSpPr txBox="1"/>
          <p:nvPr/>
        </p:nvSpPr>
        <p:spPr>
          <a:xfrm>
            <a:off x="6524625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1" name=""/>
          <p:cNvSpPr txBox="1"/>
          <p:nvPr/>
        </p:nvSpPr>
        <p:spPr>
          <a:xfrm>
            <a:off x="1905000000" y="62103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]]></a:t>
            </a:r>
          </a:p>
        </p:txBody>
      </p:sp>
      <p:sp>
        <p:nvSpPr>
          <p:cNvPr id="172" name=""/>
          <p:cNvSpPr txBox="1"/>
          <p:nvPr/>
        </p:nvSpPr>
        <p:spPr>
          <a:xfrm>
            <a:off x="4762500000" y="62103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03]]></a:t>
            </a:r>
          </a:p>
        </p:txBody>
      </p:sp>
      <p:sp>
        <p:nvSpPr>
          <p:cNvPr id="173" name=""/>
          <p:cNvSpPr txBox="1"/>
          <p:nvPr/>
        </p:nvSpPr>
        <p:spPr>
          <a:xfrm>
            <a:off x="1238250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AVOCATIER_2 CHATEAUX]]></a:t>
            </a:r>
          </a:p>
        </p:txBody>
      </p:sp>
      <p:sp>
        <p:nvSpPr>
          <p:cNvPr id="174" name=""/>
          <p:cNvSpPr txBox="1"/>
          <p:nvPr/>
        </p:nvSpPr>
        <p:spPr>
          <a:xfrm>
            <a:off x="2857500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75" name=""/>
          <p:cNvSpPr txBox="1"/>
          <p:nvPr/>
        </p:nvSpPr>
        <p:spPr>
          <a:xfrm>
            <a:off x="35242500000" y="62103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76" name=""/>
          <p:cNvSpPr txBox="1"/>
          <p:nvPr/>
        </p:nvSpPr>
        <p:spPr>
          <a:xfrm>
            <a:off x="40957500000" y="62103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77" name=""/>
          <p:cNvSpPr txBox="1"/>
          <p:nvPr/>
        </p:nvSpPr>
        <p:spPr>
          <a:xfrm>
            <a:off x="4905375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8" name=""/>
          <p:cNvSpPr txBox="1"/>
          <p:nvPr/>
        </p:nvSpPr>
        <p:spPr>
          <a:xfrm>
            <a:off x="6524625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9" name=""/>
          <p:cNvSpPr txBox="1"/>
          <p:nvPr/>
        </p:nvSpPr>
        <p:spPr>
          <a:xfrm>
            <a:off x="1905000000" y="64674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2]]></a:t>
            </a:r>
          </a:p>
        </p:txBody>
      </p:sp>
      <p:sp>
        <p:nvSpPr>
          <p:cNvPr id="180" name=""/>
          <p:cNvSpPr txBox="1"/>
          <p:nvPr/>
        </p:nvSpPr>
        <p:spPr>
          <a:xfrm>
            <a:off x="4762500000" y="64674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60]]></a:t>
            </a:r>
          </a:p>
        </p:txBody>
      </p:sp>
      <p:sp>
        <p:nvSpPr>
          <p:cNvPr id="181" name=""/>
          <p:cNvSpPr txBox="1"/>
          <p:nvPr/>
        </p:nvSpPr>
        <p:spPr>
          <a:xfrm>
            <a:off x="1238250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ERIHIO]]></a:t>
            </a:r>
          </a:p>
        </p:txBody>
      </p:sp>
      <p:sp>
        <p:nvSpPr>
          <p:cNvPr id="182" name=""/>
          <p:cNvSpPr txBox="1"/>
          <p:nvPr/>
        </p:nvSpPr>
        <p:spPr>
          <a:xfrm>
            <a:off x="2857500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83" name=""/>
          <p:cNvSpPr txBox="1"/>
          <p:nvPr/>
        </p:nvSpPr>
        <p:spPr>
          <a:xfrm>
            <a:off x="35242500000" y="64674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84" name=""/>
          <p:cNvSpPr txBox="1"/>
          <p:nvPr/>
        </p:nvSpPr>
        <p:spPr>
          <a:xfrm>
            <a:off x="40957500000" y="64674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85" name=""/>
          <p:cNvSpPr txBox="1"/>
          <p:nvPr/>
        </p:nvSpPr>
        <p:spPr>
          <a:xfrm>
            <a:off x="4905375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86" name=""/>
          <p:cNvSpPr txBox="1"/>
          <p:nvPr/>
        </p:nvSpPr>
        <p:spPr>
          <a:xfrm>
            <a:off x="6524625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87" name=""/>
          <p:cNvSpPr txBox="1"/>
          <p:nvPr/>
        </p:nvSpPr>
        <p:spPr>
          <a:xfrm>
            <a:off x="1905000000" y="67246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3]]></a:t>
            </a:r>
          </a:p>
        </p:txBody>
      </p:sp>
      <p:sp>
        <p:nvSpPr>
          <p:cNvPr id="188" name=""/>
          <p:cNvSpPr txBox="1"/>
          <p:nvPr/>
        </p:nvSpPr>
        <p:spPr>
          <a:xfrm>
            <a:off x="4762500000" y="67246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34]]></a:t>
            </a:r>
          </a:p>
        </p:txBody>
      </p:sp>
      <p:sp>
        <p:nvSpPr>
          <p:cNvPr id="189" name=""/>
          <p:cNvSpPr txBox="1"/>
          <p:nvPr/>
        </p:nvSpPr>
        <p:spPr>
          <a:xfrm>
            <a:off x="1238250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SAGBE_BOCABO]]></a:t>
            </a:r>
          </a:p>
        </p:txBody>
      </p:sp>
      <p:sp>
        <p:nvSpPr>
          <p:cNvPr id="190" name=""/>
          <p:cNvSpPr txBox="1"/>
          <p:nvPr/>
        </p:nvSpPr>
        <p:spPr>
          <a:xfrm>
            <a:off x="2857500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1" name=""/>
          <p:cNvSpPr txBox="1"/>
          <p:nvPr/>
        </p:nvSpPr>
        <p:spPr>
          <a:xfrm>
            <a:off x="35242500000" y="67246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92" name=""/>
          <p:cNvSpPr txBox="1"/>
          <p:nvPr/>
        </p:nvSpPr>
        <p:spPr>
          <a:xfrm>
            <a:off x="40957500000" y="67246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93" name=""/>
          <p:cNvSpPr txBox="1"/>
          <p:nvPr/>
        </p:nvSpPr>
        <p:spPr>
          <a:xfrm>
            <a:off x="4905375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94" name=""/>
          <p:cNvSpPr txBox="1"/>
          <p:nvPr/>
        </p:nvSpPr>
        <p:spPr>
          <a:xfrm>
            <a:off x="6524625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95" name=""/>
          <p:cNvSpPr txBox="1"/>
          <p:nvPr/>
        </p:nvSpPr>
        <p:spPr>
          <a:xfrm>
            <a:off x="1905000000" y="69818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4]]></a:t>
            </a:r>
          </a:p>
        </p:txBody>
      </p:sp>
      <p:sp>
        <p:nvSpPr>
          <p:cNvPr id="196" name=""/>
          <p:cNvSpPr txBox="1"/>
          <p:nvPr/>
        </p:nvSpPr>
        <p:spPr>
          <a:xfrm>
            <a:off x="4762500000" y="69818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72]]></a:t>
            </a:r>
          </a:p>
        </p:txBody>
      </p:sp>
      <p:sp>
        <p:nvSpPr>
          <p:cNvPr id="197" name=""/>
          <p:cNvSpPr txBox="1"/>
          <p:nvPr/>
        </p:nvSpPr>
        <p:spPr>
          <a:xfrm>
            <a:off x="1238250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FOUMBOLO]]></a:t>
            </a:r>
          </a:p>
        </p:txBody>
      </p:sp>
      <p:sp>
        <p:nvSpPr>
          <p:cNvPr id="198" name=""/>
          <p:cNvSpPr txBox="1"/>
          <p:nvPr/>
        </p:nvSpPr>
        <p:spPr>
          <a:xfrm>
            <a:off x="2857500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9" name=""/>
          <p:cNvSpPr txBox="1"/>
          <p:nvPr/>
        </p:nvSpPr>
        <p:spPr>
          <a:xfrm>
            <a:off x="35242500000" y="69818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0" name=""/>
          <p:cNvSpPr txBox="1"/>
          <p:nvPr/>
        </p:nvSpPr>
        <p:spPr>
          <a:xfrm>
            <a:off x="40957500000" y="69818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1" name=""/>
          <p:cNvSpPr txBox="1"/>
          <p:nvPr/>
        </p:nvSpPr>
        <p:spPr>
          <a:xfrm>
            <a:off x="4905375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02" name=""/>
          <p:cNvSpPr txBox="1"/>
          <p:nvPr/>
        </p:nvSpPr>
        <p:spPr>
          <a:xfrm>
            <a:off x="6524625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03" name=""/>
          <p:cNvSpPr txBox="1"/>
          <p:nvPr/>
        </p:nvSpPr>
        <p:spPr>
          <a:xfrm>
            <a:off x="1905000000" y="72390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5]]></a:t>
            </a:r>
          </a:p>
        </p:txBody>
      </p:sp>
      <p:sp>
        <p:nvSpPr>
          <p:cNvPr id="204" name=""/>
          <p:cNvSpPr txBox="1"/>
          <p:nvPr/>
        </p:nvSpPr>
        <p:spPr>
          <a:xfrm>
            <a:off x="4762500000" y="72390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85]]></a:t>
            </a:r>
          </a:p>
        </p:txBody>
      </p:sp>
      <p:sp>
        <p:nvSpPr>
          <p:cNvPr id="205" name=""/>
          <p:cNvSpPr txBox="1"/>
          <p:nvPr/>
        </p:nvSpPr>
        <p:spPr>
          <a:xfrm>
            <a:off x="1238250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GOUEHIZRA]]></a:t>
            </a:r>
          </a:p>
        </p:txBody>
      </p:sp>
      <p:sp>
        <p:nvSpPr>
          <p:cNvPr id="206" name=""/>
          <p:cNvSpPr txBox="1"/>
          <p:nvPr/>
        </p:nvSpPr>
        <p:spPr>
          <a:xfrm>
            <a:off x="2857500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07" name=""/>
          <p:cNvSpPr txBox="1"/>
          <p:nvPr/>
        </p:nvSpPr>
        <p:spPr>
          <a:xfrm>
            <a:off x="35242500000" y="72390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8" name=""/>
          <p:cNvSpPr txBox="1"/>
          <p:nvPr/>
        </p:nvSpPr>
        <p:spPr>
          <a:xfrm>
            <a:off x="40957500000" y="72390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9" name=""/>
          <p:cNvSpPr txBox="1"/>
          <p:nvPr/>
        </p:nvSpPr>
        <p:spPr>
          <a:xfrm>
            <a:off x="4905375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0" name=""/>
          <p:cNvSpPr txBox="1"/>
          <p:nvPr/>
        </p:nvSpPr>
        <p:spPr>
          <a:xfrm>
            <a:off x="6524625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1" name=""/>
          <p:cNvSpPr txBox="1"/>
          <p:nvPr/>
        </p:nvSpPr>
        <p:spPr>
          <a:xfrm>
            <a:off x="1905000000" y="74961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6]]></a:t>
            </a:r>
          </a:p>
        </p:txBody>
      </p:sp>
      <p:sp>
        <p:nvSpPr>
          <p:cNvPr id="212" name=""/>
          <p:cNvSpPr txBox="1"/>
          <p:nvPr/>
        </p:nvSpPr>
        <p:spPr>
          <a:xfrm>
            <a:off x="4762500000" y="74961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261]]></a:t>
            </a:r>
          </a:p>
        </p:txBody>
      </p:sp>
      <p:sp>
        <p:nvSpPr>
          <p:cNvPr id="213" name=""/>
          <p:cNvSpPr txBox="1"/>
          <p:nvPr/>
        </p:nvSpPr>
        <p:spPr>
          <a:xfrm>
            <a:off x="1238250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OGOHOURI]]></a:t>
            </a:r>
          </a:p>
        </p:txBody>
      </p:sp>
      <p:sp>
        <p:nvSpPr>
          <p:cNvPr id="214" name=""/>
          <p:cNvSpPr txBox="1"/>
          <p:nvPr/>
        </p:nvSpPr>
        <p:spPr>
          <a:xfrm>
            <a:off x="2857500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15" name=""/>
          <p:cNvSpPr txBox="1"/>
          <p:nvPr/>
        </p:nvSpPr>
        <p:spPr>
          <a:xfrm>
            <a:off x="35242500000" y="74961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16" name=""/>
          <p:cNvSpPr txBox="1"/>
          <p:nvPr/>
        </p:nvSpPr>
        <p:spPr>
          <a:xfrm>
            <a:off x="40957500000" y="74961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17" name=""/>
          <p:cNvSpPr txBox="1"/>
          <p:nvPr/>
        </p:nvSpPr>
        <p:spPr>
          <a:xfrm>
            <a:off x="4905375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8" name=""/>
          <p:cNvSpPr txBox="1"/>
          <p:nvPr/>
        </p:nvSpPr>
        <p:spPr>
          <a:xfrm>
            <a:off x="6524625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9" name=""/>
          <p:cNvSpPr txBox="1"/>
          <p:nvPr/>
        </p:nvSpPr>
        <p:spPr>
          <a:xfrm>
            <a:off x="1905000000" y="77533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7]]></a:t>
            </a:r>
          </a:p>
        </p:txBody>
      </p:sp>
      <p:sp>
        <p:nvSpPr>
          <p:cNvPr id="220" name=""/>
          <p:cNvSpPr txBox="1"/>
          <p:nvPr/>
        </p:nvSpPr>
        <p:spPr>
          <a:xfrm>
            <a:off x="4762500000" y="77533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1" name=""/>
          <p:cNvSpPr txBox="1"/>
          <p:nvPr/>
        </p:nvSpPr>
        <p:spPr>
          <a:xfrm>
            <a:off x="1238250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2" name=""/>
          <p:cNvSpPr txBox="1"/>
          <p:nvPr/>
        </p:nvSpPr>
        <p:spPr>
          <a:xfrm>
            <a:off x="2857500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23" name=""/>
          <p:cNvSpPr txBox="1"/>
          <p:nvPr/>
        </p:nvSpPr>
        <p:spPr>
          <a:xfrm>
            <a:off x="35242500000" y="77533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24" name=""/>
          <p:cNvSpPr txBox="1"/>
          <p:nvPr/>
        </p:nvSpPr>
        <p:spPr>
          <a:xfrm>
            <a:off x="40957500000" y="77533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25" name=""/>
          <p:cNvSpPr txBox="1"/>
          <p:nvPr/>
        </p:nvSpPr>
        <p:spPr>
          <a:xfrm>
            <a:off x="4905375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26" name=""/>
          <p:cNvSpPr txBox="1"/>
          <p:nvPr/>
        </p:nvSpPr>
        <p:spPr>
          <a:xfrm>
            <a:off x="6524625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27" name=""/>
          <p:cNvSpPr txBox="1"/>
          <p:nvPr/>
        </p:nvSpPr>
        <p:spPr>
          <a:xfrm>
            <a:off x="1905000000" y="80105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]]></a:t>
            </a:r>
          </a:p>
        </p:txBody>
      </p:sp>
      <p:sp>
        <p:nvSpPr>
          <p:cNvPr id="228" name=""/>
          <p:cNvSpPr txBox="1"/>
          <p:nvPr/>
        </p:nvSpPr>
        <p:spPr>
          <a:xfrm>
            <a:off x="4762500000" y="80105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6]]></a:t>
            </a:r>
          </a:p>
        </p:txBody>
      </p:sp>
      <p:sp>
        <p:nvSpPr>
          <p:cNvPr id="229" name=""/>
          <p:cNvSpPr txBox="1"/>
          <p:nvPr/>
        </p:nvSpPr>
        <p:spPr>
          <a:xfrm>
            <a:off x="1238250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ABOUO_R]]></a:t>
            </a:r>
          </a:p>
        </p:txBody>
      </p:sp>
      <p:sp>
        <p:nvSpPr>
          <p:cNvPr id="230" name=""/>
          <p:cNvSpPr txBox="1"/>
          <p:nvPr/>
        </p:nvSpPr>
        <p:spPr>
          <a:xfrm>
            <a:off x="2857500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1" name=""/>
          <p:cNvSpPr txBox="1"/>
          <p:nvPr/>
        </p:nvSpPr>
        <p:spPr>
          <a:xfrm>
            <a:off x="35242500000" y="80105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32" name=""/>
          <p:cNvSpPr txBox="1"/>
          <p:nvPr/>
        </p:nvSpPr>
        <p:spPr>
          <a:xfrm>
            <a:off x="40957500000" y="80105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33" name=""/>
          <p:cNvSpPr txBox="1"/>
          <p:nvPr/>
        </p:nvSpPr>
        <p:spPr>
          <a:xfrm>
            <a:off x="4905375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34" name=""/>
          <p:cNvSpPr txBox="1"/>
          <p:nvPr/>
        </p:nvSpPr>
        <p:spPr>
          <a:xfrm>
            <a:off x="6524625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35" name=""/>
          <p:cNvSpPr txBox="1"/>
          <p:nvPr/>
        </p:nvSpPr>
        <p:spPr>
          <a:xfrm>
            <a:off x="1905000000" y="82677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9]]></a:t>
            </a:r>
          </a:p>
        </p:txBody>
      </p:sp>
      <p:sp>
        <p:nvSpPr>
          <p:cNvPr id="236" name=""/>
          <p:cNvSpPr txBox="1"/>
          <p:nvPr/>
        </p:nvSpPr>
        <p:spPr>
          <a:xfrm>
            <a:off x="4762500000" y="82677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7" name=""/>
          <p:cNvSpPr txBox="1"/>
          <p:nvPr/>
        </p:nvSpPr>
        <p:spPr>
          <a:xfrm>
            <a:off x="1238250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8" name=""/>
          <p:cNvSpPr txBox="1"/>
          <p:nvPr/>
        </p:nvSpPr>
        <p:spPr>
          <a:xfrm>
            <a:off x="2857500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9" name=""/>
          <p:cNvSpPr txBox="1"/>
          <p:nvPr/>
        </p:nvSpPr>
        <p:spPr>
          <a:xfrm>
            <a:off x="35242500000" y="82677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0" name=""/>
          <p:cNvSpPr txBox="1"/>
          <p:nvPr/>
        </p:nvSpPr>
        <p:spPr>
          <a:xfrm>
            <a:off x="40957500000" y="82677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41" name=""/>
          <p:cNvSpPr txBox="1"/>
          <p:nvPr/>
        </p:nvSpPr>
        <p:spPr>
          <a:xfrm>
            <a:off x="4905375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42" name=""/>
          <p:cNvSpPr txBox="1"/>
          <p:nvPr/>
        </p:nvSpPr>
        <p:spPr>
          <a:xfrm>
            <a:off x="6524625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43" name=""/>
          <p:cNvSpPr txBox="1"/>
          <p:nvPr/>
        </p:nvSpPr>
        <p:spPr>
          <a:xfrm>
            <a:off x="1905000000" y="85248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0]]></a:t>
            </a:r>
          </a:p>
        </p:txBody>
      </p:sp>
      <p:sp>
        <p:nvSpPr>
          <p:cNvPr id="244" name=""/>
          <p:cNvSpPr txBox="1"/>
          <p:nvPr/>
        </p:nvSpPr>
        <p:spPr>
          <a:xfrm>
            <a:off x="4762500000" y="85248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73]]></a:t>
            </a:r>
          </a:p>
        </p:txBody>
      </p:sp>
      <p:sp>
        <p:nvSpPr>
          <p:cNvPr id="245" name=""/>
          <p:cNvSpPr txBox="1"/>
          <p:nvPr/>
        </p:nvSpPr>
        <p:spPr>
          <a:xfrm>
            <a:off x="1238250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B_ABATTOIR]]></a:t>
            </a:r>
          </a:p>
        </p:txBody>
      </p:sp>
      <p:sp>
        <p:nvSpPr>
          <p:cNvPr id="246" name=""/>
          <p:cNvSpPr txBox="1"/>
          <p:nvPr/>
        </p:nvSpPr>
        <p:spPr>
          <a:xfrm>
            <a:off x="2857500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47" name=""/>
          <p:cNvSpPr txBox="1"/>
          <p:nvPr/>
        </p:nvSpPr>
        <p:spPr>
          <a:xfrm>
            <a:off x="35242500000" y="85248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8" name=""/>
          <p:cNvSpPr txBox="1"/>
          <p:nvPr/>
        </p:nvSpPr>
        <p:spPr>
          <a:xfrm>
            <a:off x="40957500000" y="85248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7.9%]]></a:t>
            </a:r>
          </a:p>
        </p:txBody>
      </p:sp>
      <p:sp>
        <p:nvSpPr>
          <p:cNvPr id="249" name=""/>
          <p:cNvSpPr txBox="1"/>
          <p:nvPr/>
        </p:nvSpPr>
        <p:spPr>
          <a:xfrm>
            <a:off x="4905375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0" name=""/>
          <p:cNvSpPr txBox="1"/>
          <p:nvPr/>
        </p:nvSpPr>
        <p:spPr>
          <a:xfrm>
            <a:off x="6524625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.3%]]></a:t>
            </a:r>
          </a:p>
        </p:txBody>
      </p:sp>
      <p:sp>
        <p:nvSpPr>
          <p:cNvPr id="251" name=""/>
          <p:cNvSpPr txBox="1"/>
          <p:nvPr/>
        </p:nvSpPr>
        <p:spPr>
          <a:xfrm>
            <a:off x="1905000000" y="87820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1]]></a:t>
            </a:r>
          </a:p>
        </p:txBody>
      </p:sp>
      <p:sp>
        <p:nvSpPr>
          <p:cNvPr id="252" name=""/>
          <p:cNvSpPr txBox="1"/>
          <p:nvPr/>
        </p:nvSpPr>
        <p:spPr>
          <a:xfrm>
            <a:off x="4762500000" y="87820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178]]></a:t>
            </a:r>
          </a:p>
        </p:txBody>
      </p:sp>
      <p:sp>
        <p:nvSpPr>
          <p:cNvPr id="253" name=""/>
          <p:cNvSpPr txBox="1"/>
          <p:nvPr/>
        </p:nvSpPr>
        <p:spPr>
          <a:xfrm>
            <a:off x="1238250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ARA]]></a:t>
            </a:r>
          </a:p>
        </p:txBody>
      </p:sp>
      <p:sp>
        <p:nvSpPr>
          <p:cNvPr id="254" name=""/>
          <p:cNvSpPr txBox="1"/>
          <p:nvPr/>
        </p:nvSpPr>
        <p:spPr>
          <a:xfrm>
            <a:off x="2857500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55" name=""/>
          <p:cNvSpPr txBox="1"/>
          <p:nvPr/>
        </p:nvSpPr>
        <p:spPr>
          <a:xfrm>
            <a:off x="35242500000" y="87820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56" name=""/>
          <p:cNvSpPr txBox="1"/>
          <p:nvPr/>
        </p:nvSpPr>
        <p:spPr>
          <a:xfrm>
            <a:off x="40957500000" y="87820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0.5%]]></a:t>
            </a:r>
          </a:p>
        </p:txBody>
      </p:sp>
      <p:sp>
        <p:nvSpPr>
          <p:cNvPr id="257" name=""/>
          <p:cNvSpPr txBox="1"/>
          <p:nvPr/>
        </p:nvSpPr>
        <p:spPr>
          <a:xfrm>
            <a:off x="4905375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8" name=""/>
          <p:cNvSpPr txBox="1"/>
          <p:nvPr/>
        </p:nvSpPr>
        <p:spPr>
          <a:xfrm>
            <a:off x="6524625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7%]]></a:t>
            </a:r>
          </a:p>
        </p:txBody>
      </p:sp>
      <p:sp>
        <p:nvSpPr>
          <p:cNvPr id="259" name=""/>
          <p:cNvSpPr txBox="1"/>
          <p:nvPr/>
        </p:nvSpPr>
        <p:spPr>
          <a:xfrm>
            <a:off x="1905000000" y="90392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2]]></a:t>
            </a:r>
          </a:p>
        </p:txBody>
      </p:sp>
      <p:sp>
        <p:nvSpPr>
          <p:cNvPr id="260" name=""/>
          <p:cNvSpPr txBox="1"/>
          <p:nvPr/>
        </p:nvSpPr>
        <p:spPr>
          <a:xfrm>
            <a:off x="4762500000" y="90392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94]]></a:t>
            </a:r>
          </a:p>
        </p:txBody>
      </p:sp>
      <p:sp>
        <p:nvSpPr>
          <p:cNvPr id="261" name=""/>
          <p:cNvSpPr txBox="1"/>
          <p:nvPr/>
        </p:nvSpPr>
        <p:spPr>
          <a:xfrm>
            <a:off x="1238250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AMBANAKAHA]]></a:t>
            </a:r>
          </a:p>
        </p:txBody>
      </p:sp>
      <p:sp>
        <p:nvSpPr>
          <p:cNvPr id="262" name=""/>
          <p:cNvSpPr txBox="1"/>
          <p:nvPr/>
        </p:nvSpPr>
        <p:spPr>
          <a:xfrm>
            <a:off x="2857500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63" name=""/>
          <p:cNvSpPr txBox="1"/>
          <p:nvPr/>
        </p:nvSpPr>
        <p:spPr>
          <a:xfrm>
            <a:off x="35242500000" y="90392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64" name=""/>
          <p:cNvSpPr txBox="1"/>
          <p:nvPr/>
        </p:nvSpPr>
        <p:spPr>
          <a:xfrm>
            <a:off x="40957500000" y="90392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1%]]></a:t>
            </a:r>
          </a:p>
        </p:txBody>
      </p:sp>
      <p:sp>
        <p:nvSpPr>
          <p:cNvPr id="265" name=""/>
          <p:cNvSpPr txBox="1"/>
          <p:nvPr/>
        </p:nvSpPr>
        <p:spPr>
          <a:xfrm>
            <a:off x="4905375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66" name=""/>
          <p:cNvSpPr txBox="1"/>
          <p:nvPr/>
        </p:nvSpPr>
        <p:spPr>
          <a:xfrm>
            <a:off x="6524625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.0%]]></a:t>
            </a:r>
          </a:p>
        </p:txBody>
      </p:sp>
      <p:sp>
        <p:nvSpPr>
          <p:cNvPr id="267" name=""/>
          <p:cNvSpPr txBox="1"/>
          <p:nvPr/>
        </p:nvSpPr>
        <p:spPr>
          <a:xfrm>
            <a:off x="1905000000" y="92964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3]]></a:t>
            </a:r>
          </a:p>
        </p:txBody>
      </p:sp>
      <p:sp>
        <p:nvSpPr>
          <p:cNvPr id="268" name=""/>
          <p:cNvSpPr txBox="1"/>
          <p:nvPr/>
        </p:nvSpPr>
        <p:spPr>
          <a:xfrm>
            <a:off x="4762500000" y="92964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25]]></a:t>
            </a:r>
          </a:p>
        </p:txBody>
      </p:sp>
      <p:sp>
        <p:nvSpPr>
          <p:cNvPr id="269" name=""/>
          <p:cNvSpPr txBox="1"/>
          <p:nvPr/>
        </p:nvSpPr>
        <p:spPr>
          <a:xfrm>
            <a:off x="1238250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OKOURALA]]></a:t>
            </a:r>
          </a:p>
        </p:txBody>
      </p:sp>
      <p:sp>
        <p:nvSpPr>
          <p:cNvPr id="270" name=""/>
          <p:cNvSpPr txBox="1"/>
          <p:nvPr/>
        </p:nvSpPr>
        <p:spPr>
          <a:xfrm>
            <a:off x="2857500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1" name=""/>
          <p:cNvSpPr txBox="1"/>
          <p:nvPr/>
        </p:nvSpPr>
        <p:spPr>
          <a:xfrm>
            <a:off x="35242500000" y="92964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G]]></a:t>
            </a:r>
          </a:p>
        </p:txBody>
      </p:sp>
      <p:sp>
        <p:nvSpPr>
          <p:cNvPr id="272" name=""/>
          <p:cNvSpPr txBox="1"/>
          <p:nvPr/>
        </p:nvSpPr>
        <p:spPr>
          <a:xfrm>
            <a:off x="40957500000" y="92964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8%]]></a:t>
            </a:r>
          </a:p>
        </p:txBody>
      </p:sp>
      <p:sp>
        <p:nvSpPr>
          <p:cNvPr id="273" name=""/>
          <p:cNvSpPr txBox="1"/>
          <p:nvPr/>
        </p:nvSpPr>
        <p:spPr>
          <a:xfrm>
            <a:off x="4905375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HO Inter-freq]]></a:t>
            </a:r>
          </a:p>
        </p:txBody>
      </p:sp>
      <p:sp>
        <p:nvSpPr>
          <p:cNvPr id="274" name=""/>
          <p:cNvSpPr txBox="1"/>
          <p:nvPr/>
        </p:nvSpPr>
        <p:spPr>
          <a:xfrm>
            <a:off x="6524625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.6%]]></a:t>
            </a:r>
          </a:p>
        </p:txBody>
      </p:sp>
      <p:sp>
        <p:nvSpPr>
          <p:cNvPr id="275" name=""/>
          <p:cNvSpPr txBox="1"/>
          <p:nvPr/>
        </p:nvSpPr>
        <p:spPr>
          <a:xfrm>
            <a:off x="1905000000" y="95535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4]]></a:t>
            </a:r>
          </a:p>
        </p:txBody>
      </p:sp>
      <p:sp>
        <p:nvSpPr>
          <p:cNvPr id="276" name=""/>
          <p:cNvSpPr txBox="1"/>
          <p:nvPr/>
        </p:nvSpPr>
        <p:spPr>
          <a:xfrm>
            <a:off x="4762500000" y="95535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90]]></a:t>
            </a:r>
          </a:p>
        </p:txBody>
      </p:sp>
      <p:sp>
        <p:nvSpPr>
          <p:cNvPr id="277" name=""/>
          <p:cNvSpPr txBox="1"/>
          <p:nvPr/>
        </p:nvSpPr>
        <p:spPr>
          <a:xfrm>
            <a:off x="1238250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KROFOINSOU]]></a:t>
            </a:r>
          </a:p>
        </p:txBody>
      </p:sp>
      <p:sp>
        <p:nvSpPr>
          <p:cNvPr id="278" name=""/>
          <p:cNvSpPr txBox="1"/>
          <p:nvPr/>
        </p:nvSpPr>
        <p:spPr>
          <a:xfrm>
            <a:off x="2857500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9" name=""/>
          <p:cNvSpPr txBox="1"/>
          <p:nvPr/>
        </p:nvSpPr>
        <p:spPr>
          <a:xfrm>
            <a:off x="35242500000" y="95535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0" name=""/>
          <p:cNvSpPr txBox="1"/>
          <p:nvPr/>
        </p:nvSpPr>
        <p:spPr>
          <a:xfrm>
            <a:off x="40957500000" y="95535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2.8%]]></a:t>
            </a:r>
          </a:p>
        </p:txBody>
      </p:sp>
      <p:sp>
        <p:nvSpPr>
          <p:cNvPr id="281" name=""/>
          <p:cNvSpPr txBox="1"/>
          <p:nvPr/>
        </p:nvSpPr>
        <p:spPr>
          <a:xfrm>
            <a:off x="4905375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82" name=""/>
          <p:cNvSpPr txBox="1"/>
          <p:nvPr/>
        </p:nvSpPr>
        <p:spPr>
          <a:xfrm>
            <a:off x="6524625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.0%]]></a:t>
            </a:r>
          </a:p>
        </p:txBody>
      </p:sp>
      <p:sp>
        <p:nvSpPr>
          <p:cNvPr id="283" name=""/>
          <p:cNvSpPr txBox="1"/>
          <p:nvPr/>
        </p:nvSpPr>
        <p:spPr>
          <a:xfrm>
            <a:off x="1905000000" y="98107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284" name=""/>
          <p:cNvSpPr txBox="1"/>
          <p:nvPr/>
        </p:nvSpPr>
        <p:spPr>
          <a:xfrm>
            <a:off x="4762500000" y="98107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5" name=""/>
          <p:cNvSpPr txBox="1"/>
          <p:nvPr/>
        </p:nvSpPr>
        <p:spPr>
          <a:xfrm>
            <a:off x="1238250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6" name=""/>
          <p:cNvSpPr txBox="1"/>
          <p:nvPr/>
        </p:nvSpPr>
        <p:spPr>
          <a:xfrm>
            <a:off x="2857500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87" name=""/>
          <p:cNvSpPr txBox="1"/>
          <p:nvPr/>
        </p:nvSpPr>
        <p:spPr>
          <a:xfrm>
            <a:off x="35242500000" y="98107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8" name=""/>
          <p:cNvSpPr txBox="1"/>
          <p:nvPr/>
        </p:nvSpPr>
        <p:spPr>
          <a:xfrm>
            <a:off x="40957500000" y="98107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3.5%]]></a:t>
            </a:r>
          </a:p>
        </p:txBody>
      </p:sp>
      <p:sp>
        <p:nvSpPr>
          <p:cNvPr id="289" name=""/>
          <p:cNvSpPr txBox="1"/>
          <p:nvPr/>
        </p:nvSpPr>
        <p:spPr>
          <a:xfrm>
            <a:off x="4905375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90" name=""/>
          <p:cNvSpPr txBox="1"/>
          <p:nvPr/>
        </p:nvSpPr>
        <p:spPr>
          <a:xfrm>
            <a:off x="6524625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1%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3">
  <a:themeElements>
    <a:clrScheme name="Theme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3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NetInsight 360</dc:creator>
  <cp:lastModifiedBy>Unknown Creator</cp:lastModifiedBy>
  <dcterms:created xsi:type="dcterms:W3CDTF">2026-03-31T13:30:23Z</dcterms:created>
  <dcterms:modified xsi:type="dcterms:W3CDTF">2026-03-31T13:30:23Z</dcterms:modified>
  <dc:title>Rapport KPIs RAN — 31/03/2026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