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presProps" Target="presProps.xml"/>
  <Relationship Id="rId6" Type="http://schemas.openxmlformats.org/officeDocument/2006/relationships/viewProps" Target="viewProps.xml"/>
  <Relationship Id="rId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3980307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87096600000" cy="25717500000"/>
          <a:chOff x="0" y="0"/>
          <a:chExt cx="87096600000" cy="25717500000"/>
        </a:xfrm>
      </p:grpSpPr>
      <p:sp>
        <p:nvSpPr>
          <p:cNvPr id="1" name=""/>
          <p:cNvSpPr txBox="1"/>
          <p:nvPr/>
        </p:nvSpPr>
        <p:spPr>
          <a:xfrm>
            <a:off x="0" y="0"/>
            <a:ext cx="87096600000" cy="15240000000"/>
          </a:xfrm>
          <a:prstGeom prst="rect">
            <a:avLst/>
          </a:prstGeom>
          <a:solidFill>
            <a:srgbClr val="00274C">
              <a:alpha val="100.00%"/>
            </a:srgbClr>
          </a:solidFill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2" name=""/>
          <p:cNvSpPr txBox="1"/>
          <p:nvPr/>
        </p:nvSpPr>
        <p:spPr>
          <a:xfrm>
            <a:off x="1905000000" y="1905000000"/>
            <a:ext cx="82867500000" cy="6667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l" fontAlgn="ctr" marL="0" marR="0" indent="0" lvl="0">
              <a:lnSpc>
                <a:spcPct val="100%"/>
              </a:lnSpc>
            </a:pPr>
            <a:r>
              <a:rPr lang="en-US" b="1" sz="32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NetInsight 360 — Rapport KPIs RAN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905000000" y="8572500000"/>
            <a:ext cx="82867500000" cy="4762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l" fontAlgn="ctr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ADD8E6">
                    <a:alpha val="100.00%"/>
                  </a:srgbClr>
                </a:solidFill>
                <a:latin typeface="Calibri"/>
              </a:rPr>
              <a:t><![CDATA[Données du 2026-03-31  •  Généré le 31/03/2026  •  Domaine: RA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2590800000" y="17145000000"/>
            <a:ext cx="26670000000" cy="8572500000"/>
          </a:xfrm>
          <a:prstGeom prst="rect">
            <a:avLst/>
          </a:prstGeom>
          <a:solidFill>
            <a:srgbClr val="F8F9FA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5" name=""/>
          <p:cNvSpPr txBox="1"/>
          <p:nvPr/>
        </p:nvSpPr>
        <p:spPr>
          <a:xfrm>
            <a:off x="3067050000" y="17716500000"/>
            <a:ext cx="25717500000" cy="4762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3600" spc="0" u="none">
                <a:solidFill>
                  <a:srgbClr val="00A3C4">
                    <a:alpha val="100.00%"/>
                  </a:srgbClr>
                </a:solidFill>
                <a:latin typeface="Calibri"/>
              </a:rPr>
              <a:t><![CDATA[2189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067050000" y="22383750000"/>
            <a:ext cx="25717500000" cy="26670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6B7280">
                    <a:alpha val="100.00%"/>
                  </a:srgbClr>
                </a:solidFill>
                <a:latin typeface="Calibri"/>
              </a:rPr>
              <a:t><![CDATA[Sites supervisé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30213300000" y="17145000000"/>
            <a:ext cx="26670000000" cy="8572500000"/>
          </a:xfrm>
          <a:prstGeom prst="rect">
            <a:avLst/>
          </a:prstGeom>
          <a:solidFill>
            <a:srgbClr val="F8F9FA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0689550000" y="17716500000"/>
            <a:ext cx="25717500000" cy="4762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3600" spc="0" u="none">
                <a:solidFill>
                  <a:srgbClr val="10B981">
                    <a:alpha val="100.00%"/>
                  </a:srgbClr>
                </a:solidFill>
                <a:latin typeface="Calibri"/>
              </a:rPr>
              <a:t><![CDATA[98.5%]]></a:t>
            </a:r>
          </a:p>
        </p:txBody>
      </p:sp>
      <p:sp>
        <p:nvSpPr>
          <p:cNvPr id="9" name=""/>
          <p:cNvSpPr txBox="1"/>
          <p:nvPr/>
        </p:nvSpPr>
        <p:spPr>
          <a:xfrm>
            <a:off x="30689550000" y="22383750000"/>
            <a:ext cx="25717500000" cy="26670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6B7280">
                    <a:alpha val="100.00%"/>
                  </a:srgbClr>
                </a:solidFill>
                <a:latin typeface="Calibri"/>
              </a:rPr>
              <a:t><![CDATA[KPI Global moye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7835800000" y="17145000000"/>
            <a:ext cx="26670000000" cy="8572500000"/>
          </a:xfrm>
          <a:prstGeom prst="rect">
            <a:avLst/>
          </a:prstGeom>
          <a:solidFill>
            <a:srgbClr val="F8F9FA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000000">
                    <a:alpha val="100.00%"/>
                  </a:srgbClr>
                </a:solidFill>
                <a:latin typeface="Calibri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58312050000" y="17716500000"/>
            <a:ext cx="25717500000" cy="47625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36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35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8312050000" y="22383750000"/>
            <a:ext cx="25717500000" cy="26670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6B7280">
                    <a:alpha val="100.00%"/>
                  </a:srgbClr>
                </a:solidFill>
                <a:latin typeface="Calibri"/>
              </a:rPr>
              <a:t><![CDATA[Pires sites listés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905000000" y="762000000"/>
          <a:ext cx="84772500000" cy="100679250000"/>
          <a:chOff x="1905000000" y="762000000"/>
          <a:chExt cx="84772500000" cy="100679250000"/>
        </a:xfrm>
      </p:grpSpPr>
      <p:sp>
        <p:nvSpPr>
          <p:cNvPr id="1" name=""/>
          <p:cNvSpPr txBox="1"/>
          <p:nvPr/>
        </p:nvSpPr>
        <p:spPr>
          <a:xfrm>
            <a:off x="1905000000" y="762000000"/>
            <a:ext cx="82867500000" cy="428625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l" fontAlgn="ctr" marL="0" marR="0" indent="0" lvl="0">
              <a:lnSpc>
                <a:spcPct val="100%"/>
              </a:lnSpc>
            </a:pPr>
            <a:r>
              <a:rPr lang="en-US" b="1" sz="2200" spc="0" u="none">
                <a:solidFill>
                  <a:srgbClr val="00274C">
                    <a:alpha val="100.00%"/>
                  </a:srgbClr>
                </a:solidFill>
                <a:latin typeface="Calibri"/>
              </a:rPr>
              <a:t><![CDATA[Analyse des pires sites RAN]]></a:t>
            </a:r>
          </a:p>
        </p:txBody>
      </p:sp>
      <p:sp>
        <p:nvSpPr>
          <p:cNvPr id="2" name=""/>
          <p:cNvSpPr txBox="1"/>
          <p:nvPr/>
        </p:nvSpPr>
        <p:spPr>
          <a:xfrm>
            <a:off x="1905000000" y="4762500000"/>
            <a:ext cx="82867500000" cy="2667000000"/>
          </a:xfrm>
          <a:prstGeom prst="rect">
            <a:avLst/>
          </a:prstGeom>
          <a:noFill/>
        </p:spPr>
        <p:txBody>
          <a:bodyPr anchor="ctr" rtlCol="0" bIns="45720" lIns="91440" rIns="91440" tIns="45720">
            <a:spAutoFit/>
          </a:bodyPr>
          <a:lstStyle/>
          <a:p>
            <a:pPr algn="l" fontAlgn="ctr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6B7280">
                    <a:alpha val="100.00%"/>
                  </a:srgbClr>
                </a:solidFill>
                <a:latin typeface="Calibri"/>
              </a:rPr>
              <a:t><![CDATA[Données : 2026-03-31  •  Classés par KPI Global croissant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905000000" y="8096250000"/>
            <a:ext cx="2857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#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762500000" y="8096250000"/>
            <a:ext cx="76200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Site ID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2382500000" y="8096250000"/>
            <a:ext cx="16192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Nom]]></a:t>
            </a:r>
          </a:p>
        </p:txBody>
      </p:sp>
      <p:sp>
        <p:nvSpPr>
          <p:cNvPr id="6" name=""/>
          <p:cNvSpPr txBox="1"/>
          <p:nvPr/>
        </p:nvSpPr>
        <p:spPr>
          <a:xfrm>
            <a:off x="28575000000" y="8096250000"/>
            <a:ext cx="6667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Pays]]></a:t>
            </a:r>
          </a:p>
        </p:txBody>
      </p:sp>
      <p:sp>
        <p:nvSpPr>
          <p:cNvPr id="7" name=""/>
          <p:cNvSpPr txBox="1"/>
          <p:nvPr/>
        </p:nvSpPr>
        <p:spPr>
          <a:xfrm>
            <a:off x="35242500000" y="8096250000"/>
            <a:ext cx="57150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Techn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0957500000" y="8096250000"/>
            <a:ext cx="809625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KPI Global]]></a:t>
            </a:r>
          </a:p>
        </p:txBody>
      </p:sp>
      <p:sp>
        <p:nvSpPr>
          <p:cNvPr id="9" name=""/>
          <p:cNvSpPr txBox="1"/>
          <p:nvPr/>
        </p:nvSpPr>
        <p:spPr>
          <a:xfrm>
            <a:off x="49053750000" y="8096250000"/>
            <a:ext cx="16192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KPI Dégradan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5246250000" y="8096250000"/>
            <a:ext cx="6667500000" cy="2571750000"/>
          </a:xfrm>
          <a:prstGeom prst="rect">
            <a:avLst/>
          </a:prstGeom>
          <a:solidFill>
            <a:srgbClr val="00274C">
              <a:alpha val="100.00%"/>
            </a:srgbClr>
          </a:solidFill>
          <a:ln w="12700" cap="flat" cmpd="sng" algn="ctr">
            <a:solidFill>
              <a:srgbClr val="1E3A5F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900" spc="0" u="none">
                <a:solidFill>
                  <a:srgbClr val="FFFFFF">
                    <a:alpha val="100.00%"/>
                  </a:srgbClr>
                </a:solidFill>
                <a:latin typeface="Calibri"/>
              </a:rPr>
              <a:t><![CDATA[Valeur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000" y="10668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762500000" y="10668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427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12382500000" y="10668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JEDANA_R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28575000000" y="10668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35242500000" y="10668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0957500000" y="10668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5.8%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49053750000" y="10668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uccès Handover]]></a:t>
            </a:r>
          </a:p>
        </p:txBody>
      </p:sp>
      <p:sp>
        <p:nvSpPr>
          <p:cNvPr id="18" name=""/>
          <p:cNvSpPr txBox="1"/>
          <p:nvPr/>
        </p:nvSpPr>
        <p:spPr>
          <a:xfrm>
            <a:off x="65246250000" y="10668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41.7%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1905000000" y="13239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762500000" y="13239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400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12382500000" y="13239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NUMBER_ONE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28575000000" y="13239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3" name=""/>
          <p:cNvSpPr txBox="1"/>
          <p:nvPr/>
        </p:nvSpPr>
        <p:spPr>
          <a:xfrm>
            <a:off x="35242500000" y="13239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40957500000" y="13239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1%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49053750000" y="13239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6" name=""/>
          <p:cNvSpPr txBox="1"/>
          <p:nvPr/>
        </p:nvSpPr>
        <p:spPr>
          <a:xfrm>
            <a:off x="65246250000" y="13239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5.3%]]></a:t>
            </a:r>
          </a:p>
        </p:txBody>
      </p:sp>
      <p:sp>
        <p:nvSpPr>
          <p:cNvPr id="27" name=""/>
          <p:cNvSpPr txBox="1"/>
          <p:nvPr/>
        </p:nvSpPr>
        <p:spPr>
          <a:xfrm>
            <a:off x="1905000000" y="15811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]]></a:t>
            </a:r>
          </a:p>
        </p:txBody>
      </p:sp>
      <p:sp>
        <p:nvSpPr>
          <p:cNvPr id="28" name=""/>
          <p:cNvSpPr txBox="1"/>
          <p:nvPr/>
        </p:nvSpPr>
        <p:spPr>
          <a:xfrm>
            <a:off x="4762500000" y="15811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988]]></a:t>
            </a:r>
          </a:p>
        </p:txBody>
      </p:sp>
      <p:sp>
        <p:nvSpPr>
          <p:cNvPr id="29" name=""/>
          <p:cNvSpPr txBox="1"/>
          <p:nvPr/>
        </p:nvSpPr>
        <p:spPr>
          <a:xfrm>
            <a:off x="12382500000" y="15811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YOP_NUMBER_ONE_EXT]]></a:t>
            </a:r>
          </a:p>
        </p:txBody>
      </p:sp>
      <p:sp>
        <p:nvSpPr>
          <p:cNvPr id="30" name=""/>
          <p:cNvSpPr txBox="1"/>
          <p:nvPr/>
        </p:nvSpPr>
        <p:spPr>
          <a:xfrm>
            <a:off x="28575000000" y="15811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31" name=""/>
          <p:cNvSpPr txBox="1"/>
          <p:nvPr/>
        </p:nvSpPr>
        <p:spPr>
          <a:xfrm>
            <a:off x="35242500000" y="15811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32" name=""/>
          <p:cNvSpPr txBox="1"/>
          <p:nvPr/>
        </p:nvSpPr>
        <p:spPr>
          <a:xfrm>
            <a:off x="40957500000" y="15811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4%]]></a:t>
            </a:r>
          </a:p>
        </p:txBody>
      </p:sp>
      <p:sp>
        <p:nvSpPr>
          <p:cNvPr id="33" name=""/>
          <p:cNvSpPr txBox="1"/>
          <p:nvPr/>
        </p:nvSpPr>
        <p:spPr>
          <a:xfrm>
            <a:off x="49053750000" y="15811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34" name=""/>
          <p:cNvSpPr txBox="1"/>
          <p:nvPr/>
        </p:nvSpPr>
        <p:spPr>
          <a:xfrm>
            <a:off x="65246250000" y="15811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5.8%]]></a:t>
            </a:r>
          </a:p>
        </p:txBody>
      </p:sp>
      <p:sp>
        <p:nvSpPr>
          <p:cNvPr id="35" name=""/>
          <p:cNvSpPr txBox="1"/>
          <p:nvPr/>
        </p:nvSpPr>
        <p:spPr>
          <a:xfrm>
            <a:off x="1905000000" y="18383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4]]></a:t>
            </a:r>
          </a:p>
        </p:txBody>
      </p:sp>
      <p:sp>
        <p:nvSpPr>
          <p:cNvPr id="36" name=""/>
          <p:cNvSpPr txBox="1"/>
          <p:nvPr/>
        </p:nvSpPr>
        <p:spPr>
          <a:xfrm>
            <a:off x="4762500000" y="18383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127]]></a:t>
            </a:r>
          </a:p>
        </p:txBody>
      </p:sp>
      <p:sp>
        <p:nvSpPr>
          <p:cNvPr id="37" name=""/>
          <p:cNvSpPr txBox="1"/>
          <p:nvPr/>
        </p:nvSpPr>
        <p:spPr>
          <a:xfrm>
            <a:off x="12382500000" y="18383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127]]></a:t>
            </a:r>
          </a:p>
        </p:txBody>
      </p:sp>
      <p:sp>
        <p:nvSpPr>
          <p:cNvPr id="38" name=""/>
          <p:cNvSpPr txBox="1"/>
          <p:nvPr/>
        </p:nvSpPr>
        <p:spPr>
          <a:xfrm>
            <a:off x="28575000000" y="18383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39" name=""/>
          <p:cNvSpPr txBox="1"/>
          <p:nvPr/>
        </p:nvSpPr>
        <p:spPr>
          <a:xfrm>
            <a:off x="35242500000" y="18383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40" name=""/>
          <p:cNvSpPr txBox="1"/>
          <p:nvPr/>
        </p:nvSpPr>
        <p:spPr>
          <a:xfrm>
            <a:off x="40957500000" y="18383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41" name=""/>
          <p:cNvSpPr txBox="1"/>
          <p:nvPr/>
        </p:nvSpPr>
        <p:spPr>
          <a:xfrm>
            <a:off x="49053750000" y="18383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42" name=""/>
          <p:cNvSpPr txBox="1"/>
          <p:nvPr/>
        </p:nvSpPr>
        <p:spPr>
          <a:xfrm>
            <a:off x="65246250000" y="18383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43" name=""/>
          <p:cNvSpPr txBox="1"/>
          <p:nvPr/>
        </p:nvSpPr>
        <p:spPr>
          <a:xfrm>
            <a:off x="1905000000" y="20955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5]]></a:t>
            </a:r>
          </a:p>
        </p:txBody>
      </p:sp>
      <p:sp>
        <p:nvSpPr>
          <p:cNvPr id="44" name=""/>
          <p:cNvSpPr txBox="1"/>
          <p:nvPr/>
        </p:nvSpPr>
        <p:spPr>
          <a:xfrm>
            <a:off x="4762500000" y="20955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288]]></a:t>
            </a:r>
          </a:p>
        </p:txBody>
      </p:sp>
      <p:sp>
        <p:nvSpPr>
          <p:cNvPr id="45" name=""/>
          <p:cNvSpPr txBox="1"/>
          <p:nvPr/>
        </p:nvSpPr>
        <p:spPr>
          <a:xfrm>
            <a:off x="12382500000" y="20955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OUNA]]></a:t>
            </a:r>
          </a:p>
        </p:txBody>
      </p:sp>
      <p:sp>
        <p:nvSpPr>
          <p:cNvPr id="46" name=""/>
          <p:cNvSpPr txBox="1"/>
          <p:nvPr/>
        </p:nvSpPr>
        <p:spPr>
          <a:xfrm>
            <a:off x="28575000000" y="20955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47" name=""/>
          <p:cNvSpPr txBox="1"/>
          <p:nvPr/>
        </p:nvSpPr>
        <p:spPr>
          <a:xfrm>
            <a:off x="35242500000" y="20955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48" name=""/>
          <p:cNvSpPr txBox="1"/>
          <p:nvPr/>
        </p:nvSpPr>
        <p:spPr>
          <a:xfrm>
            <a:off x="40957500000" y="20955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49" name=""/>
          <p:cNvSpPr txBox="1"/>
          <p:nvPr/>
        </p:nvSpPr>
        <p:spPr>
          <a:xfrm>
            <a:off x="49053750000" y="20955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50" name=""/>
          <p:cNvSpPr txBox="1"/>
          <p:nvPr/>
        </p:nvSpPr>
        <p:spPr>
          <a:xfrm>
            <a:off x="65246250000" y="20955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51" name=""/>
          <p:cNvSpPr txBox="1"/>
          <p:nvPr/>
        </p:nvSpPr>
        <p:spPr>
          <a:xfrm>
            <a:off x="1905000000" y="23526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6]]></a:t>
            </a:r>
          </a:p>
        </p:txBody>
      </p:sp>
      <p:sp>
        <p:nvSpPr>
          <p:cNvPr id="52" name=""/>
          <p:cNvSpPr txBox="1"/>
          <p:nvPr/>
        </p:nvSpPr>
        <p:spPr>
          <a:xfrm>
            <a:off x="4762500000" y="23526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359]]></a:t>
            </a:r>
          </a:p>
        </p:txBody>
      </p:sp>
      <p:sp>
        <p:nvSpPr>
          <p:cNvPr id="53" name=""/>
          <p:cNvSpPr txBox="1"/>
          <p:nvPr/>
        </p:nvSpPr>
        <p:spPr>
          <a:xfrm>
            <a:off x="12382500000" y="23526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VICENNE]]></a:t>
            </a:r>
          </a:p>
        </p:txBody>
      </p:sp>
      <p:sp>
        <p:nvSpPr>
          <p:cNvPr id="54" name=""/>
          <p:cNvSpPr txBox="1"/>
          <p:nvPr/>
        </p:nvSpPr>
        <p:spPr>
          <a:xfrm>
            <a:off x="28575000000" y="23526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55" name=""/>
          <p:cNvSpPr txBox="1"/>
          <p:nvPr/>
        </p:nvSpPr>
        <p:spPr>
          <a:xfrm>
            <a:off x="35242500000" y="23526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56" name=""/>
          <p:cNvSpPr txBox="1"/>
          <p:nvPr/>
        </p:nvSpPr>
        <p:spPr>
          <a:xfrm>
            <a:off x="40957500000" y="23526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57" name=""/>
          <p:cNvSpPr txBox="1"/>
          <p:nvPr/>
        </p:nvSpPr>
        <p:spPr>
          <a:xfrm>
            <a:off x="49053750000" y="23526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58" name=""/>
          <p:cNvSpPr txBox="1"/>
          <p:nvPr/>
        </p:nvSpPr>
        <p:spPr>
          <a:xfrm>
            <a:off x="65246250000" y="23526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59" name=""/>
          <p:cNvSpPr txBox="1"/>
          <p:nvPr/>
        </p:nvSpPr>
        <p:spPr>
          <a:xfrm>
            <a:off x="1905000000" y="26098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7]]></a:t>
            </a:r>
          </a:p>
        </p:txBody>
      </p:sp>
      <p:sp>
        <p:nvSpPr>
          <p:cNvPr id="60" name=""/>
          <p:cNvSpPr txBox="1"/>
          <p:nvPr/>
        </p:nvSpPr>
        <p:spPr>
          <a:xfrm>
            <a:off x="4762500000" y="26098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634]]></a:t>
            </a:r>
          </a:p>
        </p:txBody>
      </p:sp>
      <p:sp>
        <p:nvSpPr>
          <p:cNvPr id="61" name=""/>
          <p:cNvSpPr txBox="1"/>
          <p:nvPr/>
        </p:nvSpPr>
        <p:spPr>
          <a:xfrm>
            <a:off x="12382500000" y="26098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BINADER]]></a:t>
            </a:r>
          </a:p>
        </p:txBody>
      </p:sp>
      <p:sp>
        <p:nvSpPr>
          <p:cNvPr id="62" name=""/>
          <p:cNvSpPr txBox="1"/>
          <p:nvPr/>
        </p:nvSpPr>
        <p:spPr>
          <a:xfrm>
            <a:off x="28575000000" y="26098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63" name=""/>
          <p:cNvSpPr txBox="1"/>
          <p:nvPr/>
        </p:nvSpPr>
        <p:spPr>
          <a:xfrm>
            <a:off x="35242500000" y="26098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64" name=""/>
          <p:cNvSpPr txBox="1"/>
          <p:nvPr/>
        </p:nvSpPr>
        <p:spPr>
          <a:xfrm>
            <a:off x="40957500000" y="26098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65" name=""/>
          <p:cNvSpPr txBox="1"/>
          <p:nvPr/>
        </p:nvSpPr>
        <p:spPr>
          <a:xfrm>
            <a:off x="49053750000" y="26098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66" name=""/>
          <p:cNvSpPr txBox="1"/>
          <p:nvPr/>
        </p:nvSpPr>
        <p:spPr>
          <a:xfrm>
            <a:off x="65246250000" y="26098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67" name=""/>
          <p:cNvSpPr txBox="1"/>
          <p:nvPr/>
        </p:nvSpPr>
        <p:spPr>
          <a:xfrm>
            <a:off x="1905000000" y="28670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8]]></a:t>
            </a:r>
          </a:p>
        </p:txBody>
      </p:sp>
      <p:sp>
        <p:nvSpPr>
          <p:cNvPr id="68" name=""/>
          <p:cNvSpPr txBox="1"/>
          <p:nvPr/>
        </p:nvSpPr>
        <p:spPr>
          <a:xfrm>
            <a:off x="4762500000" y="28670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663]]></a:t>
            </a:r>
          </a:p>
        </p:txBody>
      </p:sp>
      <p:sp>
        <p:nvSpPr>
          <p:cNvPr id="69" name=""/>
          <p:cNvSpPr txBox="1"/>
          <p:nvPr/>
        </p:nvSpPr>
        <p:spPr>
          <a:xfrm>
            <a:off x="12382500000" y="28670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RIDGE_BANK]]></a:t>
            </a:r>
          </a:p>
        </p:txBody>
      </p:sp>
      <p:sp>
        <p:nvSpPr>
          <p:cNvPr id="70" name=""/>
          <p:cNvSpPr txBox="1"/>
          <p:nvPr/>
        </p:nvSpPr>
        <p:spPr>
          <a:xfrm>
            <a:off x="28575000000" y="28670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71" name=""/>
          <p:cNvSpPr txBox="1"/>
          <p:nvPr/>
        </p:nvSpPr>
        <p:spPr>
          <a:xfrm>
            <a:off x="35242500000" y="28670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72" name=""/>
          <p:cNvSpPr txBox="1"/>
          <p:nvPr/>
        </p:nvSpPr>
        <p:spPr>
          <a:xfrm>
            <a:off x="40957500000" y="28670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73" name=""/>
          <p:cNvSpPr txBox="1"/>
          <p:nvPr/>
        </p:nvSpPr>
        <p:spPr>
          <a:xfrm>
            <a:off x="49053750000" y="28670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74" name=""/>
          <p:cNvSpPr txBox="1"/>
          <p:nvPr/>
        </p:nvSpPr>
        <p:spPr>
          <a:xfrm>
            <a:off x="65246250000" y="28670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75" name=""/>
          <p:cNvSpPr txBox="1"/>
          <p:nvPr/>
        </p:nvSpPr>
        <p:spPr>
          <a:xfrm>
            <a:off x="1905000000" y="31242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9]]></a:t>
            </a:r>
          </a:p>
        </p:txBody>
      </p:sp>
      <p:sp>
        <p:nvSpPr>
          <p:cNvPr id="76" name=""/>
          <p:cNvSpPr txBox="1"/>
          <p:nvPr/>
        </p:nvSpPr>
        <p:spPr>
          <a:xfrm>
            <a:off x="4762500000" y="31242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717]]></a:t>
            </a:r>
          </a:p>
        </p:txBody>
      </p:sp>
      <p:sp>
        <p:nvSpPr>
          <p:cNvPr id="77" name=""/>
          <p:cNvSpPr txBox="1"/>
          <p:nvPr/>
        </p:nvSpPr>
        <p:spPr>
          <a:xfrm>
            <a:off x="12382500000" y="31242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AGBA_EXTENSION]]></a:t>
            </a:r>
          </a:p>
        </p:txBody>
      </p:sp>
      <p:sp>
        <p:nvSpPr>
          <p:cNvPr id="78" name=""/>
          <p:cNvSpPr txBox="1"/>
          <p:nvPr/>
        </p:nvSpPr>
        <p:spPr>
          <a:xfrm>
            <a:off x="28575000000" y="31242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79" name=""/>
          <p:cNvSpPr txBox="1"/>
          <p:nvPr/>
        </p:nvSpPr>
        <p:spPr>
          <a:xfrm>
            <a:off x="35242500000" y="31242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80" name=""/>
          <p:cNvSpPr txBox="1"/>
          <p:nvPr/>
        </p:nvSpPr>
        <p:spPr>
          <a:xfrm>
            <a:off x="40957500000" y="31242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81" name=""/>
          <p:cNvSpPr txBox="1"/>
          <p:nvPr/>
        </p:nvSpPr>
        <p:spPr>
          <a:xfrm>
            <a:off x="49053750000" y="31242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82" name=""/>
          <p:cNvSpPr txBox="1"/>
          <p:nvPr/>
        </p:nvSpPr>
        <p:spPr>
          <a:xfrm>
            <a:off x="65246250000" y="31242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83" name=""/>
          <p:cNvSpPr txBox="1"/>
          <p:nvPr/>
        </p:nvSpPr>
        <p:spPr>
          <a:xfrm>
            <a:off x="1905000000" y="33813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0]]></a:t>
            </a:r>
          </a:p>
        </p:txBody>
      </p:sp>
      <p:sp>
        <p:nvSpPr>
          <p:cNvPr id="84" name=""/>
          <p:cNvSpPr txBox="1"/>
          <p:nvPr/>
        </p:nvSpPr>
        <p:spPr>
          <a:xfrm>
            <a:off x="4762500000" y="33813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988]]></a:t>
            </a:r>
          </a:p>
        </p:txBody>
      </p:sp>
      <p:sp>
        <p:nvSpPr>
          <p:cNvPr id="85" name=""/>
          <p:cNvSpPr txBox="1"/>
          <p:nvPr/>
        </p:nvSpPr>
        <p:spPr>
          <a:xfrm>
            <a:off x="12382500000" y="33813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ELLE_EPINE]]></a:t>
            </a:r>
          </a:p>
        </p:txBody>
      </p:sp>
      <p:sp>
        <p:nvSpPr>
          <p:cNvPr id="86" name=""/>
          <p:cNvSpPr txBox="1"/>
          <p:nvPr/>
        </p:nvSpPr>
        <p:spPr>
          <a:xfrm>
            <a:off x="28575000000" y="33813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87" name=""/>
          <p:cNvSpPr txBox="1"/>
          <p:nvPr/>
        </p:nvSpPr>
        <p:spPr>
          <a:xfrm>
            <a:off x="35242500000" y="33813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88" name=""/>
          <p:cNvSpPr txBox="1"/>
          <p:nvPr/>
        </p:nvSpPr>
        <p:spPr>
          <a:xfrm>
            <a:off x="40957500000" y="33813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89" name=""/>
          <p:cNvSpPr txBox="1"/>
          <p:nvPr/>
        </p:nvSpPr>
        <p:spPr>
          <a:xfrm>
            <a:off x="49053750000" y="33813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90" name=""/>
          <p:cNvSpPr txBox="1"/>
          <p:nvPr/>
        </p:nvSpPr>
        <p:spPr>
          <a:xfrm>
            <a:off x="65246250000" y="33813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91" name=""/>
          <p:cNvSpPr txBox="1"/>
          <p:nvPr/>
        </p:nvSpPr>
        <p:spPr>
          <a:xfrm>
            <a:off x="1905000000" y="36385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1]]></a:t>
            </a:r>
          </a:p>
        </p:txBody>
      </p:sp>
      <p:sp>
        <p:nvSpPr>
          <p:cNvPr id="92" name=""/>
          <p:cNvSpPr txBox="1"/>
          <p:nvPr/>
        </p:nvSpPr>
        <p:spPr>
          <a:xfrm>
            <a:off x="4762500000" y="36385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999]]></a:t>
            </a:r>
          </a:p>
        </p:txBody>
      </p:sp>
      <p:sp>
        <p:nvSpPr>
          <p:cNvPr id="93" name=""/>
          <p:cNvSpPr txBox="1"/>
          <p:nvPr/>
        </p:nvSpPr>
        <p:spPr>
          <a:xfrm>
            <a:off x="12382500000" y="36385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999]]></a:t>
            </a:r>
          </a:p>
        </p:txBody>
      </p:sp>
      <p:sp>
        <p:nvSpPr>
          <p:cNvPr id="94" name=""/>
          <p:cNvSpPr txBox="1"/>
          <p:nvPr/>
        </p:nvSpPr>
        <p:spPr>
          <a:xfrm>
            <a:off x="28575000000" y="36385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95" name=""/>
          <p:cNvSpPr txBox="1"/>
          <p:nvPr/>
        </p:nvSpPr>
        <p:spPr>
          <a:xfrm>
            <a:off x="35242500000" y="36385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96" name=""/>
          <p:cNvSpPr txBox="1"/>
          <p:nvPr/>
        </p:nvSpPr>
        <p:spPr>
          <a:xfrm>
            <a:off x="40957500000" y="36385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97" name=""/>
          <p:cNvSpPr txBox="1"/>
          <p:nvPr/>
        </p:nvSpPr>
        <p:spPr>
          <a:xfrm>
            <a:off x="49053750000" y="36385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98" name=""/>
          <p:cNvSpPr txBox="1"/>
          <p:nvPr/>
        </p:nvSpPr>
        <p:spPr>
          <a:xfrm>
            <a:off x="65246250000" y="36385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99" name=""/>
          <p:cNvSpPr txBox="1"/>
          <p:nvPr/>
        </p:nvSpPr>
        <p:spPr>
          <a:xfrm>
            <a:off x="1905000000" y="38957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2]]></a:t>
            </a:r>
          </a:p>
        </p:txBody>
      </p:sp>
      <p:sp>
        <p:nvSpPr>
          <p:cNvPr id="100" name=""/>
          <p:cNvSpPr txBox="1"/>
          <p:nvPr/>
        </p:nvSpPr>
        <p:spPr>
          <a:xfrm>
            <a:off x="4762500000" y="38957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36]]></a:t>
            </a:r>
          </a:p>
        </p:txBody>
      </p:sp>
      <p:sp>
        <p:nvSpPr>
          <p:cNvPr id="101" name=""/>
          <p:cNvSpPr txBox="1"/>
          <p:nvPr/>
        </p:nvSpPr>
        <p:spPr>
          <a:xfrm>
            <a:off x="12382500000" y="38957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MICRO_TOUR_C]]></a:t>
            </a:r>
          </a:p>
        </p:txBody>
      </p:sp>
      <p:sp>
        <p:nvSpPr>
          <p:cNvPr id="102" name=""/>
          <p:cNvSpPr txBox="1"/>
          <p:nvPr/>
        </p:nvSpPr>
        <p:spPr>
          <a:xfrm>
            <a:off x="28575000000" y="38957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03" name=""/>
          <p:cNvSpPr txBox="1"/>
          <p:nvPr/>
        </p:nvSpPr>
        <p:spPr>
          <a:xfrm>
            <a:off x="35242500000" y="38957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04" name=""/>
          <p:cNvSpPr txBox="1"/>
          <p:nvPr/>
        </p:nvSpPr>
        <p:spPr>
          <a:xfrm>
            <a:off x="40957500000" y="38957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05" name=""/>
          <p:cNvSpPr txBox="1"/>
          <p:nvPr/>
        </p:nvSpPr>
        <p:spPr>
          <a:xfrm>
            <a:off x="49053750000" y="38957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06" name=""/>
          <p:cNvSpPr txBox="1"/>
          <p:nvPr/>
        </p:nvSpPr>
        <p:spPr>
          <a:xfrm>
            <a:off x="65246250000" y="38957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07" name=""/>
          <p:cNvSpPr txBox="1"/>
          <p:nvPr/>
        </p:nvSpPr>
        <p:spPr>
          <a:xfrm>
            <a:off x="1905000000" y="41529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3]]></a:t>
            </a:r>
          </a:p>
        </p:txBody>
      </p:sp>
      <p:sp>
        <p:nvSpPr>
          <p:cNvPr id="108" name=""/>
          <p:cNvSpPr txBox="1"/>
          <p:nvPr/>
        </p:nvSpPr>
        <p:spPr>
          <a:xfrm>
            <a:off x="4762500000" y="41529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38]]></a:t>
            </a:r>
          </a:p>
        </p:txBody>
      </p:sp>
      <p:sp>
        <p:nvSpPr>
          <p:cNvPr id="109" name=""/>
          <p:cNvSpPr txBox="1"/>
          <p:nvPr/>
        </p:nvSpPr>
        <p:spPr>
          <a:xfrm>
            <a:off x="12382500000" y="41529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MICRO_TOUR_D]]></a:t>
            </a:r>
          </a:p>
        </p:txBody>
      </p:sp>
      <p:sp>
        <p:nvSpPr>
          <p:cNvPr id="110" name=""/>
          <p:cNvSpPr txBox="1"/>
          <p:nvPr/>
        </p:nvSpPr>
        <p:spPr>
          <a:xfrm>
            <a:off x="28575000000" y="41529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11" name=""/>
          <p:cNvSpPr txBox="1"/>
          <p:nvPr/>
        </p:nvSpPr>
        <p:spPr>
          <a:xfrm>
            <a:off x="35242500000" y="41529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12" name=""/>
          <p:cNvSpPr txBox="1"/>
          <p:nvPr/>
        </p:nvSpPr>
        <p:spPr>
          <a:xfrm>
            <a:off x="40957500000" y="41529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13" name=""/>
          <p:cNvSpPr txBox="1"/>
          <p:nvPr/>
        </p:nvSpPr>
        <p:spPr>
          <a:xfrm>
            <a:off x="49053750000" y="41529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14" name=""/>
          <p:cNvSpPr txBox="1"/>
          <p:nvPr/>
        </p:nvSpPr>
        <p:spPr>
          <a:xfrm>
            <a:off x="65246250000" y="41529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15" name=""/>
          <p:cNvSpPr txBox="1"/>
          <p:nvPr/>
        </p:nvSpPr>
        <p:spPr>
          <a:xfrm>
            <a:off x="1905000000" y="44100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4]]></a:t>
            </a:r>
          </a:p>
        </p:txBody>
      </p:sp>
      <p:sp>
        <p:nvSpPr>
          <p:cNvPr id="116" name=""/>
          <p:cNvSpPr txBox="1"/>
          <p:nvPr/>
        </p:nvSpPr>
        <p:spPr>
          <a:xfrm>
            <a:off x="4762500000" y="44100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40]]></a:t>
            </a:r>
          </a:p>
        </p:txBody>
      </p:sp>
      <p:sp>
        <p:nvSpPr>
          <p:cNvPr id="117" name=""/>
          <p:cNvSpPr txBox="1"/>
          <p:nvPr/>
        </p:nvSpPr>
        <p:spPr>
          <a:xfrm>
            <a:off x="12382500000" y="44100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MICRO_PLTX_PRESIDENCE_2]]></a:t>
            </a:r>
          </a:p>
        </p:txBody>
      </p:sp>
      <p:sp>
        <p:nvSpPr>
          <p:cNvPr id="118" name=""/>
          <p:cNvSpPr txBox="1"/>
          <p:nvPr/>
        </p:nvSpPr>
        <p:spPr>
          <a:xfrm>
            <a:off x="28575000000" y="44100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19" name=""/>
          <p:cNvSpPr txBox="1"/>
          <p:nvPr/>
        </p:nvSpPr>
        <p:spPr>
          <a:xfrm>
            <a:off x="35242500000" y="44100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20" name=""/>
          <p:cNvSpPr txBox="1"/>
          <p:nvPr/>
        </p:nvSpPr>
        <p:spPr>
          <a:xfrm>
            <a:off x="40957500000" y="44100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21" name=""/>
          <p:cNvSpPr txBox="1"/>
          <p:nvPr/>
        </p:nvSpPr>
        <p:spPr>
          <a:xfrm>
            <a:off x="49053750000" y="44100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22" name=""/>
          <p:cNvSpPr txBox="1"/>
          <p:nvPr/>
        </p:nvSpPr>
        <p:spPr>
          <a:xfrm>
            <a:off x="65246250000" y="44100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23" name=""/>
          <p:cNvSpPr txBox="1"/>
          <p:nvPr/>
        </p:nvSpPr>
        <p:spPr>
          <a:xfrm>
            <a:off x="1905000000" y="46672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5]]></a:t>
            </a:r>
          </a:p>
        </p:txBody>
      </p:sp>
      <p:sp>
        <p:nvSpPr>
          <p:cNvPr id="124" name=""/>
          <p:cNvSpPr txBox="1"/>
          <p:nvPr/>
        </p:nvSpPr>
        <p:spPr>
          <a:xfrm>
            <a:off x="4762500000" y="46672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51]]></a:t>
            </a:r>
          </a:p>
        </p:txBody>
      </p:sp>
      <p:sp>
        <p:nvSpPr>
          <p:cNvPr id="125" name=""/>
          <p:cNvSpPr txBox="1"/>
          <p:nvPr/>
        </p:nvSpPr>
        <p:spPr>
          <a:xfrm>
            <a:off x="12382500000" y="46672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51]]></a:t>
            </a:r>
          </a:p>
        </p:txBody>
      </p:sp>
      <p:sp>
        <p:nvSpPr>
          <p:cNvPr id="126" name=""/>
          <p:cNvSpPr txBox="1"/>
          <p:nvPr/>
        </p:nvSpPr>
        <p:spPr>
          <a:xfrm>
            <a:off x="28575000000" y="46672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27" name=""/>
          <p:cNvSpPr txBox="1"/>
          <p:nvPr/>
        </p:nvSpPr>
        <p:spPr>
          <a:xfrm>
            <a:off x="35242500000" y="46672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28" name=""/>
          <p:cNvSpPr txBox="1"/>
          <p:nvPr/>
        </p:nvSpPr>
        <p:spPr>
          <a:xfrm>
            <a:off x="40957500000" y="46672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29" name=""/>
          <p:cNvSpPr txBox="1"/>
          <p:nvPr/>
        </p:nvSpPr>
        <p:spPr>
          <a:xfrm>
            <a:off x="49053750000" y="46672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30" name=""/>
          <p:cNvSpPr txBox="1"/>
          <p:nvPr/>
        </p:nvSpPr>
        <p:spPr>
          <a:xfrm>
            <a:off x="65246250000" y="46672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31" name=""/>
          <p:cNvSpPr txBox="1"/>
          <p:nvPr/>
        </p:nvSpPr>
        <p:spPr>
          <a:xfrm>
            <a:off x="1905000000" y="49244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6]]></a:t>
            </a:r>
          </a:p>
        </p:txBody>
      </p:sp>
      <p:sp>
        <p:nvSpPr>
          <p:cNvPr id="132" name=""/>
          <p:cNvSpPr txBox="1"/>
          <p:nvPr/>
        </p:nvSpPr>
        <p:spPr>
          <a:xfrm>
            <a:off x="4762500000" y="49244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58]]></a:t>
            </a:r>
          </a:p>
        </p:txBody>
      </p:sp>
      <p:sp>
        <p:nvSpPr>
          <p:cNvPr id="133" name=""/>
          <p:cNvSpPr txBox="1"/>
          <p:nvPr/>
        </p:nvSpPr>
        <p:spPr>
          <a:xfrm>
            <a:off x="12382500000" y="49244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LANCHON_EXTENSION]]></a:t>
            </a:r>
          </a:p>
        </p:txBody>
      </p:sp>
      <p:sp>
        <p:nvSpPr>
          <p:cNvPr id="134" name=""/>
          <p:cNvSpPr txBox="1"/>
          <p:nvPr/>
        </p:nvSpPr>
        <p:spPr>
          <a:xfrm>
            <a:off x="28575000000" y="49244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35" name=""/>
          <p:cNvSpPr txBox="1"/>
          <p:nvPr/>
        </p:nvSpPr>
        <p:spPr>
          <a:xfrm>
            <a:off x="35242500000" y="49244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36" name=""/>
          <p:cNvSpPr txBox="1"/>
          <p:nvPr/>
        </p:nvSpPr>
        <p:spPr>
          <a:xfrm>
            <a:off x="40957500000" y="49244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37" name=""/>
          <p:cNvSpPr txBox="1"/>
          <p:nvPr/>
        </p:nvSpPr>
        <p:spPr>
          <a:xfrm>
            <a:off x="49053750000" y="49244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38" name=""/>
          <p:cNvSpPr txBox="1"/>
          <p:nvPr/>
        </p:nvSpPr>
        <p:spPr>
          <a:xfrm>
            <a:off x="65246250000" y="49244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39" name=""/>
          <p:cNvSpPr txBox="1"/>
          <p:nvPr/>
        </p:nvSpPr>
        <p:spPr>
          <a:xfrm>
            <a:off x="1905000000" y="51816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7]]></a:t>
            </a:r>
          </a:p>
        </p:txBody>
      </p:sp>
      <p:sp>
        <p:nvSpPr>
          <p:cNvPr id="140" name=""/>
          <p:cNvSpPr txBox="1"/>
          <p:nvPr/>
        </p:nvSpPr>
        <p:spPr>
          <a:xfrm>
            <a:off x="4762500000" y="51816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89]]></a:t>
            </a:r>
          </a:p>
        </p:txBody>
      </p:sp>
      <p:sp>
        <p:nvSpPr>
          <p:cNvPr id="141" name=""/>
          <p:cNvSpPr txBox="1"/>
          <p:nvPr/>
        </p:nvSpPr>
        <p:spPr>
          <a:xfrm>
            <a:off x="12382500000" y="51816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089]]></a:t>
            </a:r>
          </a:p>
        </p:txBody>
      </p:sp>
      <p:sp>
        <p:nvSpPr>
          <p:cNvPr id="142" name=""/>
          <p:cNvSpPr txBox="1"/>
          <p:nvPr/>
        </p:nvSpPr>
        <p:spPr>
          <a:xfrm>
            <a:off x="28575000000" y="51816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43" name=""/>
          <p:cNvSpPr txBox="1"/>
          <p:nvPr/>
        </p:nvSpPr>
        <p:spPr>
          <a:xfrm>
            <a:off x="35242500000" y="51816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44" name=""/>
          <p:cNvSpPr txBox="1"/>
          <p:nvPr/>
        </p:nvSpPr>
        <p:spPr>
          <a:xfrm>
            <a:off x="40957500000" y="51816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45" name=""/>
          <p:cNvSpPr txBox="1"/>
          <p:nvPr/>
        </p:nvSpPr>
        <p:spPr>
          <a:xfrm>
            <a:off x="49053750000" y="51816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46" name=""/>
          <p:cNvSpPr txBox="1"/>
          <p:nvPr/>
        </p:nvSpPr>
        <p:spPr>
          <a:xfrm>
            <a:off x="65246250000" y="51816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47" name=""/>
          <p:cNvSpPr txBox="1"/>
          <p:nvPr/>
        </p:nvSpPr>
        <p:spPr>
          <a:xfrm>
            <a:off x="1905000000" y="54387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8]]></a:t>
            </a:r>
          </a:p>
        </p:txBody>
      </p:sp>
      <p:sp>
        <p:nvSpPr>
          <p:cNvPr id="148" name=""/>
          <p:cNvSpPr txBox="1"/>
          <p:nvPr/>
        </p:nvSpPr>
        <p:spPr>
          <a:xfrm>
            <a:off x="4762500000" y="54387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487]]></a:t>
            </a:r>
          </a:p>
        </p:txBody>
      </p:sp>
      <p:sp>
        <p:nvSpPr>
          <p:cNvPr id="149" name=""/>
          <p:cNvSpPr txBox="1"/>
          <p:nvPr/>
        </p:nvSpPr>
        <p:spPr>
          <a:xfrm>
            <a:off x="12382500000" y="54387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ZUZUOKO]]></a:t>
            </a:r>
          </a:p>
        </p:txBody>
      </p:sp>
      <p:sp>
        <p:nvSpPr>
          <p:cNvPr id="150" name=""/>
          <p:cNvSpPr txBox="1"/>
          <p:nvPr/>
        </p:nvSpPr>
        <p:spPr>
          <a:xfrm>
            <a:off x="28575000000" y="54387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51" name=""/>
          <p:cNvSpPr txBox="1"/>
          <p:nvPr/>
        </p:nvSpPr>
        <p:spPr>
          <a:xfrm>
            <a:off x="35242500000" y="54387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52" name=""/>
          <p:cNvSpPr txBox="1"/>
          <p:nvPr/>
        </p:nvSpPr>
        <p:spPr>
          <a:xfrm>
            <a:off x="40957500000" y="54387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53" name=""/>
          <p:cNvSpPr txBox="1"/>
          <p:nvPr/>
        </p:nvSpPr>
        <p:spPr>
          <a:xfrm>
            <a:off x="49053750000" y="54387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54" name=""/>
          <p:cNvSpPr txBox="1"/>
          <p:nvPr/>
        </p:nvSpPr>
        <p:spPr>
          <a:xfrm>
            <a:off x="65246250000" y="54387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55" name=""/>
          <p:cNvSpPr txBox="1"/>
          <p:nvPr/>
        </p:nvSpPr>
        <p:spPr>
          <a:xfrm>
            <a:off x="1905000000" y="56959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9]]></a:t>
            </a:r>
          </a:p>
        </p:txBody>
      </p:sp>
      <p:sp>
        <p:nvSpPr>
          <p:cNvPr id="156" name=""/>
          <p:cNvSpPr txBox="1"/>
          <p:nvPr/>
        </p:nvSpPr>
        <p:spPr>
          <a:xfrm>
            <a:off x="4762500000" y="56959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704]]></a:t>
            </a:r>
          </a:p>
        </p:txBody>
      </p:sp>
      <p:sp>
        <p:nvSpPr>
          <p:cNvPr id="157" name=""/>
          <p:cNvSpPr txBox="1"/>
          <p:nvPr/>
        </p:nvSpPr>
        <p:spPr>
          <a:xfrm>
            <a:off x="12382500000" y="56959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BINGES_GBAGBA]]></a:t>
            </a:r>
          </a:p>
        </p:txBody>
      </p:sp>
      <p:sp>
        <p:nvSpPr>
          <p:cNvPr id="158" name=""/>
          <p:cNvSpPr txBox="1"/>
          <p:nvPr/>
        </p:nvSpPr>
        <p:spPr>
          <a:xfrm>
            <a:off x="28575000000" y="56959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59" name=""/>
          <p:cNvSpPr txBox="1"/>
          <p:nvPr/>
        </p:nvSpPr>
        <p:spPr>
          <a:xfrm>
            <a:off x="35242500000" y="56959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60" name=""/>
          <p:cNvSpPr txBox="1"/>
          <p:nvPr/>
        </p:nvSpPr>
        <p:spPr>
          <a:xfrm>
            <a:off x="40957500000" y="56959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61" name=""/>
          <p:cNvSpPr txBox="1"/>
          <p:nvPr/>
        </p:nvSpPr>
        <p:spPr>
          <a:xfrm>
            <a:off x="49053750000" y="56959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62" name=""/>
          <p:cNvSpPr txBox="1"/>
          <p:nvPr/>
        </p:nvSpPr>
        <p:spPr>
          <a:xfrm>
            <a:off x="65246250000" y="56959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63" name=""/>
          <p:cNvSpPr txBox="1"/>
          <p:nvPr/>
        </p:nvSpPr>
        <p:spPr>
          <a:xfrm>
            <a:off x="1905000000" y="59531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0]]></a:t>
            </a:r>
          </a:p>
        </p:txBody>
      </p:sp>
      <p:sp>
        <p:nvSpPr>
          <p:cNvPr id="164" name=""/>
          <p:cNvSpPr txBox="1"/>
          <p:nvPr/>
        </p:nvSpPr>
        <p:spPr>
          <a:xfrm>
            <a:off x="4762500000" y="59531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706]]></a:t>
            </a:r>
          </a:p>
        </p:txBody>
      </p:sp>
      <p:sp>
        <p:nvSpPr>
          <p:cNvPr id="165" name=""/>
          <p:cNvSpPr txBox="1"/>
          <p:nvPr/>
        </p:nvSpPr>
        <p:spPr>
          <a:xfrm>
            <a:off x="12382500000" y="59531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GLOPLOU]]></a:t>
            </a:r>
          </a:p>
        </p:txBody>
      </p:sp>
      <p:sp>
        <p:nvSpPr>
          <p:cNvPr id="166" name=""/>
          <p:cNvSpPr txBox="1"/>
          <p:nvPr/>
        </p:nvSpPr>
        <p:spPr>
          <a:xfrm>
            <a:off x="28575000000" y="59531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67" name=""/>
          <p:cNvSpPr txBox="1"/>
          <p:nvPr/>
        </p:nvSpPr>
        <p:spPr>
          <a:xfrm>
            <a:off x="35242500000" y="59531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68" name=""/>
          <p:cNvSpPr txBox="1"/>
          <p:nvPr/>
        </p:nvSpPr>
        <p:spPr>
          <a:xfrm>
            <a:off x="40957500000" y="59531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69" name=""/>
          <p:cNvSpPr txBox="1"/>
          <p:nvPr/>
        </p:nvSpPr>
        <p:spPr>
          <a:xfrm>
            <a:off x="49053750000" y="59531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70" name=""/>
          <p:cNvSpPr txBox="1"/>
          <p:nvPr/>
        </p:nvSpPr>
        <p:spPr>
          <a:xfrm>
            <a:off x="65246250000" y="59531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71" name=""/>
          <p:cNvSpPr txBox="1"/>
          <p:nvPr/>
        </p:nvSpPr>
        <p:spPr>
          <a:xfrm>
            <a:off x="1905000000" y="62103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1]]></a:t>
            </a:r>
          </a:p>
        </p:txBody>
      </p:sp>
      <p:sp>
        <p:nvSpPr>
          <p:cNvPr id="172" name=""/>
          <p:cNvSpPr txBox="1"/>
          <p:nvPr/>
        </p:nvSpPr>
        <p:spPr>
          <a:xfrm>
            <a:off x="4762500000" y="62103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803]]></a:t>
            </a:r>
          </a:p>
        </p:txBody>
      </p:sp>
      <p:sp>
        <p:nvSpPr>
          <p:cNvPr id="173" name=""/>
          <p:cNvSpPr txBox="1"/>
          <p:nvPr/>
        </p:nvSpPr>
        <p:spPr>
          <a:xfrm>
            <a:off x="12382500000" y="62103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BOBO_AVOCATIER_2 CHATEAUX]]></a:t>
            </a:r>
          </a:p>
        </p:txBody>
      </p:sp>
      <p:sp>
        <p:nvSpPr>
          <p:cNvPr id="174" name=""/>
          <p:cNvSpPr txBox="1"/>
          <p:nvPr/>
        </p:nvSpPr>
        <p:spPr>
          <a:xfrm>
            <a:off x="28575000000" y="62103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75" name=""/>
          <p:cNvSpPr txBox="1"/>
          <p:nvPr/>
        </p:nvSpPr>
        <p:spPr>
          <a:xfrm>
            <a:off x="35242500000" y="62103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76" name=""/>
          <p:cNvSpPr txBox="1"/>
          <p:nvPr/>
        </p:nvSpPr>
        <p:spPr>
          <a:xfrm>
            <a:off x="40957500000" y="62103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77" name=""/>
          <p:cNvSpPr txBox="1"/>
          <p:nvPr/>
        </p:nvSpPr>
        <p:spPr>
          <a:xfrm>
            <a:off x="49053750000" y="62103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78" name=""/>
          <p:cNvSpPr txBox="1"/>
          <p:nvPr/>
        </p:nvSpPr>
        <p:spPr>
          <a:xfrm>
            <a:off x="65246250000" y="62103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79" name=""/>
          <p:cNvSpPr txBox="1"/>
          <p:nvPr/>
        </p:nvSpPr>
        <p:spPr>
          <a:xfrm>
            <a:off x="1905000000" y="64674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2]]></a:t>
            </a:r>
          </a:p>
        </p:txBody>
      </p:sp>
      <p:sp>
        <p:nvSpPr>
          <p:cNvPr id="180" name=""/>
          <p:cNvSpPr txBox="1"/>
          <p:nvPr/>
        </p:nvSpPr>
        <p:spPr>
          <a:xfrm>
            <a:off x="4762500000" y="64674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860]]></a:t>
            </a:r>
          </a:p>
        </p:txBody>
      </p:sp>
      <p:sp>
        <p:nvSpPr>
          <p:cNvPr id="181" name=""/>
          <p:cNvSpPr txBox="1"/>
          <p:nvPr/>
        </p:nvSpPr>
        <p:spPr>
          <a:xfrm>
            <a:off x="12382500000" y="64674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ERIHIO]]></a:t>
            </a:r>
          </a:p>
        </p:txBody>
      </p:sp>
      <p:sp>
        <p:nvSpPr>
          <p:cNvPr id="182" name=""/>
          <p:cNvSpPr txBox="1"/>
          <p:nvPr/>
        </p:nvSpPr>
        <p:spPr>
          <a:xfrm>
            <a:off x="28575000000" y="64674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83" name=""/>
          <p:cNvSpPr txBox="1"/>
          <p:nvPr/>
        </p:nvSpPr>
        <p:spPr>
          <a:xfrm>
            <a:off x="35242500000" y="64674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84" name=""/>
          <p:cNvSpPr txBox="1"/>
          <p:nvPr/>
        </p:nvSpPr>
        <p:spPr>
          <a:xfrm>
            <a:off x="40957500000" y="64674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85" name=""/>
          <p:cNvSpPr txBox="1"/>
          <p:nvPr/>
        </p:nvSpPr>
        <p:spPr>
          <a:xfrm>
            <a:off x="49053750000" y="64674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86" name=""/>
          <p:cNvSpPr txBox="1"/>
          <p:nvPr/>
        </p:nvSpPr>
        <p:spPr>
          <a:xfrm>
            <a:off x="65246250000" y="64674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87" name=""/>
          <p:cNvSpPr txBox="1"/>
          <p:nvPr/>
        </p:nvSpPr>
        <p:spPr>
          <a:xfrm>
            <a:off x="1905000000" y="67246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3]]></a:t>
            </a:r>
          </a:p>
        </p:txBody>
      </p:sp>
      <p:sp>
        <p:nvSpPr>
          <p:cNvPr id="188" name=""/>
          <p:cNvSpPr txBox="1"/>
          <p:nvPr/>
        </p:nvSpPr>
        <p:spPr>
          <a:xfrm>
            <a:off x="4762500000" y="67246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934]]></a:t>
            </a:r>
          </a:p>
        </p:txBody>
      </p:sp>
      <p:sp>
        <p:nvSpPr>
          <p:cNvPr id="189" name=""/>
          <p:cNvSpPr txBox="1"/>
          <p:nvPr/>
        </p:nvSpPr>
        <p:spPr>
          <a:xfrm>
            <a:off x="12382500000" y="67246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BOBO_SAGBE_BOCABO]]></a:t>
            </a:r>
          </a:p>
        </p:txBody>
      </p:sp>
      <p:sp>
        <p:nvSpPr>
          <p:cNvPr id="190" name=""/>
          <p:cNvSpPr txBox="1"/>
          <p:nvPr/>
        </p:nvSpPr>
        <p:spPr>
          <a:xfrm>
            <a:off x="28575000000" y="67246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91" name=""/>
          <p:cNvSpPr txBox="1"/>
          <p:nvPr/>
        </p:nvSpPr>
        <p:spPr>
          <a:xfrm>
            <a:off x="35242500000" y="67246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192" name=""/>
          <p:cNvSpPr txBox="1"/>
          <p:nvPr/>
        </p:nvSpPr>
        <p:spPr>
          <a:xfrm>
            <a:off x="40957500000" y="67246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193" name=""/>
          <p:cNvSpPr txBox="1"/>
          <p:nvPr/>
        </p:nvSpPr>
        <p:spPr>
          <a:xfrm>
            <a:off x="49053750000" y="67246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194" name=""/>
          <p:cNvSpPr txBox="1"/>
          <p:nvPr/>
        </p:nvSpPr>
        <p:spPr>
          <a:xfrm>
            <a:off x="65246250000" y="67246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195" name=""/>
          <p:cNvSpPr txBox="1"/>
          <p:nvPr/>
        </p:nvSpPr>
        <p:spPr>
          <a:xfrm>
            <a:off x="1905000000" y="69818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4]]></a:t>
            </a:r>
          </a:p>
        </p:txBody>
      </p:sp>
      <p:sp>
        <p:nvSpPr>
          <p:cNvPr id="196" name=""/>
          <p:cNvSpPr txBox="1"/>
          <p:nvPr/>
        </p:nvSpPr>
        <p:spPr>
          <a:xfrm>
            <a:off x="4762500000" y="69818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072]]></a:t>
            </a:r>
          </a:p>
        </p:txBody>
      </p:sp>
      <p:sp>
        <p:nvSpPr>
          <p:cNvPr id="197" name=""/>
          <p:cNvSpPr txBox="1"/>
          <p:nvPr/>
        </p:nvSpPr>
        <p:spPr>
          <a:xfrm>
            <a:off x="12382500000" y="69818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RURAL_FOUMBOLO]]></a:t>
            </a:r>
          </a:p>
        </p:txBody>
      </p:sp>
      <p:sp>
        <p:nvSpPr>
          <p:cNvPr id="198" name=""/>
          <p:cNvSpPr txBox="1"/>
          <p:nvPr/>
        </p:nvSpPr>
        <p:spPr>
          <a:xfrm>
            <a:off x="28575000000" y="69818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199" name=""/>
          <p:cNvSpPr txBox="1"/>
          <p:nvPr/>
        </p:nvSpPr>
        <p:spPr>
          <a:xfrm>
            <a:off x="35242500000" y="69818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00" name=""/>
          <p:cNvSpPr txBox="1"/>
          <p:nvPr/>
        </p:nvSpPr>
        <p:spPr>
          <a:xfrm>
            <a:off x="40957500000" y="69818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01" name=""/>
          <p:cNvSpPr txBox="1"/>
          <p:nvPr/>
        </p:nvSpPr>
        <p:spPr>
          <a:xfrm>
            <a:off x="49053750000" y="69818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02" name=""/>
          <p:cNvSpPr txBox="1"/>
          <p:nvPr/>
        </p:nvSpPr>
        <p:spPr>
          <a:xfrm>
            <a:off x="65246250000" y="69818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03" name=""/>
          <p:cNvSpPr txBox="1"/>
          <p:nvPr/>
        </p:nvSpPr>
        <p:spPr>
          <a:xfrm>
            <a:off x="1905000000" y="72390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5]]></a:t>
            </a:r>
          </a:p>
        </p:txBody>
      </p:sp>
      <p:sp>
        <p:nvSpPr>
          <p:cNvPr id="204" name=""/>
          <p:cNvSpPr txBox="1"/>
          <p:nvPr/>
        </p:nvSpPr>
        <p:spPr>
          <a:xfrm>
            <a:off x="4762500000" y="72390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085]]></a:t>
            </a:r>
          </a:p>
        </p:txBody>
      </p:sp>
      <p:sp>
        <p:nvSpPr>
          <p:cNvPr id="205" name=""/>
          <p:cNvSpPr txBox="1"/>
          <p:nvPr/>
        </p:nvSpPr>
        <p:spPr>
          <a:xfrm>
            <a:off x="12382500000" y="72390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RURAL_GOUEHIZRA]]></a:t>
            </a:r>
          </a:p>
        </p:txBody>
      </p:sp>
      <p:sp>
        <p:nvSpPr>
          <p:cNvPr id="206" name=""/>
          <p:cNvSpPr txBox="1"/>
          <p:nvPr/>
        </p:nvSpPr>
        <p:spPr>
          <a:xfrm>
            <a:off x="28575000000" y="72390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07" name=""/>
          <p:cNvSpPr txBox="1"/>
          <p:nvPr/>
        </p:nvSpPr>
        <p:spPr>
          <a:xfrm>
            <a:off x="35242500000" y="72390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08" name=""/>
          <p:cNvSpPr txBox="1"/>
          <p:nvPr/>
        </p:nvSpPr>
        <p:spPr>
          <a:xfrm>
            <a:off x="40957500000" y="72390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09" name=""/>
          <p:cNvSpPr txBox="1"/>
          <p:nvPr/>
        </p:nvSpPr>
        <p:spPr>
          <a:xfrm>
            <a:off x="49053750000" y="72390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10" name=""/>
          <p:cNvSpPr txBox="1"/>
          <p:nvPr/>
        </p:nvSpPr>
        <p:spPr>
          <a:xfrm>
            <a:off x="65246250000" y="72390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11" name=""/>
          <p:cNvSpPr txBox="1"/>
          <p:nvPr/>
        </p:nvSpPr>
        <p:spPr>
          <a:xfrm>
            <a:off x="1905000000" y="74961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6]]></a:t>
            </a:r>
          </a:p>
        </p:txBody>
      </p:sp>
      <p:sp>
        <p:nvSpPr>
          <p:cNvPr id="212" name=""/>
          <p:cNvSpPr txBox="1"/>
          <p:nvPr/>
        </p:nvSpPr>
        <p:spPr>
          <a:xfrm>
            <a:off x="4762500000" y="74961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261]]></a:t>
            </a:r>
          </a:p>
        </p:txBody>
      </p:sp>
      <p:sp>
        <p:nvSpPr>
          <p:cNvPr id="213" name=""/>
          <p:cNvSpPr txBox="1"/>
          <p:nvPr/>
        </p:nvSpPr>
        <p:spPr>
          <a:xfrm>
            <a:off x="12382500000" y="74961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GOGOHOURI]]></a:t>
            </a:r>
          </a:p>
        </p:txBody>
      </p:sp>
      <p:sp>
        <p:nvSpPr>
          <p:cNvPr id="214" name=""/>
          <p:cNvSpPr txBox="1"/>
          <p:nvPr/>
        </p:nvSpPr>
        <p:spPr>
          <a:xfrm>
            <a:off x="28575000000" y="74961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15" name=""/>
          <p:cNvSpPr txBox="1"/>
          <p:nvPr/>
        </p:nvSpPr>
        <p:spPr>
          <a:xfrm>
            <a:off x="35242500000" y="74961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16" name=""/>
          <p:cNvSpPr txBox="1"/>
          <p:nvPr/>
        </p:nvSpPr>
        <p:spPr>
          <a:xfrm>
            <a:off x="40957500000" y="74961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17" name=""/>
          <p:cNvSpPr txBox="1"/>
          <p:nvPr/>
        </p:nvSpPr>
        <p:spPr>
          <a:xfrm>
            <a:off x="49053750000" y="74961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18" name=""/>
          <p:cNvSpPr txBox="1"/>
          <p:nvPr/>
        </p:nvSpPr>
        <p:spPr>
          <a:xfrm>
            <a:off x="65246250000" y="74961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19" name=""/>
          <p:cNvSpPr txBox="1"/>
          <p:nvPr/>
        </p:nvSpPr>
        <p:spPr>
          <a:xfrm>
            <a:off x="1905000000" y="77533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7]]></a:t>
            </a:r>
          </a:p>
        </p:txBody>
      </p:sp>
      <p:sp>
        <p:nvSpPr>
          <p:cNvPr id="220" name=""/>
          <p:cNvSpPr txBox="1"/>
          <p:nvPr/>
        </p:nvSpPr>
        <p:spPr>
          <a:xfrm>
            <a:off x="4762500000" y="77533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56]]></a:t>
            </a:r>
          </a:p>
        </p:txBody>
      </p:sp>
      <p:sp>
        <p:nvSpPr>
          <p:cNvPr id="221" name=""/>
          <p:cNvSpPr txBox="1"/>
          <p:nvPr/>
        </p:nvSpPr>
        <p:spPr>
          <a:xfrm>
            <a:off x="12382500000" y="77533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56]]></a:t>
            </a:r>
          </a:p>
        </p:txBody>
      </p:sp>
      <p:sp>
        <p:nvSpPr>
          <p:cNvPr id="222" name=""/>
          <p:cNvSpPr txBox="1"/>
          <p:nvPr/>
        </p:nvSpPr>
        <p:spPr>
          <a:xfrm>
            <a:off x="28575000000" y="77533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23" name=""/>
          <p:cNvSpPr txBox="1"/>
          <p:nvPr/>
        </p:nvSpPr>
        <p:spPr>
          <a:xfrm>
            <a:off x="35242500000" y="77533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24" name=""/>
          <p:cNvSpPr txBox="1"/>
          <p:nvPr/>
        </p:nvSpPr>
        <p:spPr>
          <a:xfrm>
            <a:off x="40957500000" y="77533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25" name=""/>
          <p:cNvSpPr txBox="1"/>
          <p:nvPr/>
        </p:nvSpPr>
        <p:spPr>
          <a:xfrm>
            <a:off x="49053750000" y="77533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26" name=""/>
          <p:cNvSpPr txBox="1"/>
          <p:nvPr/>
        </p:nvSpPr>
        <p:spPr>
          <a:xfrm>
            <a:off x="65246250000" y="77533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27" name=""/>
          <p:cNvSpPr txBox="1"/>
          <p:nvPr/>
        </p:nvSpPr>
        <p:spPr>
          <a:xfrm>
            <a:off x="1905000000" y="80105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8]]></a:t>
            </a:r>
          </a:p>
        </p:txBody>
      </p:sp>
      <p:sp>
        <p:nvSpPr>
          <p:cNvPr id="228" name=""/>
          <p:cNvSpPr txBox="1"/>
          <p:nvPr/>
        </p:nvSpPr>
        <p:spPr>
          <a:xfrm>
            <a:off x="4762500000" y="80105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426]]></a:t>
            </a:r>
          </a:p>
        </p:txBody>
      </p:sp>
      <p:sp>
        <p:nvSpPr>
          <p:cNvPr id="229" name=""/>
          <p:cNvSpPr txBox="1"/>
          <p:nvPr/>
        </p:nvSpPr>
        <p:spPr>
          <a:xfrm>
            <a:off x="12382500000" y="80105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ABOUO_R]]></a:t>
            </a:r>
          </a:p>
        </p:txBody>
      </p:sp>
      <p:sp>
        <p:nvSpPr>
          <p:cNvPr id="230" name=""/>
          <p:cNvSpPr txBox="1"/>
          <p:nvPr/>
        </p:nvSpPr>
        <p:spPr>
          <a:xfrm>
            <a:off x="28575000000" y="80105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31" name=""/>
          <p:cNvSpPr txBox="1"/>
          <p:nvPr/>
        </p:nvSpPr>
        <p:spPr>
          <a:xfrm>
            <a:off x="35242500000" y="80105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32" name=""/>
          <p:cNvSpPr txBox="1"/>
          <p:nvPr/>
        </p:nvSpPr>
        <p:spPr>
          <a:xfrm>
            <a:off x="40957500000" y="80105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33" name=""/>
          <p:cNvSpPr txBox="1"/>
          <p:nvPr/>
        </p:nvSpPr>
        <p:spPr>
          <a:xfrm>
            <a:off x="49053750000" y="80105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34" name=""/>
          <p:cNvSpPr txBox="1"/>
          <p:nvPr/>
        </p:nvSpPr>
        <p:spPr>
          <a:xfrm>
            <a:off x="65246250000" y="80105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35" name=""/>
          <p:cNvSpPr txBox="1"/>
          <p:nvPr/>
        </p:nvSpPr>
        <p:spPr>
          <a:xfrm>
            <a:off x="1905000000" y="82677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9]]></a:t>
            </a:r>
          </a:p>
        </p:txBody>
      </p:sp>
      <p:sp>
        <p:nvSpPr>
          <p:cNvPr id="236" name=""/>
          <p:cNvSpPr txBox="1"/>
          <p:nvPr/>
        </p:nvSpPr>
        <p:spPr>
          <a:xfrm>
            <a:off x="4762500000" y="82677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453]]></a:t>
            </a:r>
          </a:p>
        </p:txBody>
      </p:sp>
      <p:sp>
        <p:nvSpPr>
          <p:cNvPr id="237" name=""/>
          <p:cNvSpPr txBox="1"/>
          <p:nvPr/>
        </p:nvSpPr>
        <p:spPr>
          <a:xfrm>
            <a:off x="12382500000" y="82677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453]]></a:t>
            </a:r>
          </a:p>
        </p:txBody>
      </p:sp>
      <p:sp>
        <p:nvSpPr>
          <p:cNvPr id="238" name=""/>
          <p:cNvSpPr txBox="1"/>
          <p:nvPr/>
        </p:nvSpPr>
        <p:spPr>
          <a:xfrm>
            <a:off x="28575000000" y="82677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39" name=""/>
          <p:cNvSpPr txBox="1"/>
          <p:nvPr/>
        </p:nvSpPr>
        <p:spPr>
          <a:xfrm>
            <a:off x="35242500000" y="82677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40" name=""/>
          <p:cNvSpPr txBox="1"/>
          <p:nvPr/>
        </p:nvSpPr>
        <p:spPr>
          <a:xfrm>
            <a:off x="40957500000" y="82677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6.7%]]></a:t>
            </a:r>
          </a:p>
        </p:txBody>
      </p:sp>
      <p:sp>
        <p:nvSpPr>
          <p:cNvPr id="241" name=""/>
          <p:cNvSpPr txBox="1"/>
          <p:nvPr/>
        </p:nvSpPr>
        <p:spPr>
          <a:xfrm>
            <a:off x="49053750000" y="82677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42" name=""/>
          <p:cNvSpPr txBox="1"/>
          <p:nvPr/>
        </p:nvSpPr>
        <p:spPr>
          <a:xfrm>
            <a:off x="65246250000" y="82677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0.0%]]></a:t>
            </a:r>
          </a:p>
        </p:txBody>
      </p:sp>
      <p:sp>
        <p:nvSpPr>
          <p:cNvPr id="243" name=""/>
          <p:cNvSpPr txBox="1"/>
          <p:nvPr/>
        </p:nvSpPr>
        <p:spPr>
          <a:xfrm>
            <a:off x="1905000000" y="85248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0]]></a:t>
            </a:r>
          </a:p>
        </p:txBody>
      </p:sp>
      <p:sp>
        <p:nvSpPr>
          <p:cNvPr id="244" name=""/>
          <p:cNvSpPr txBox="1"/>
          <p:nvPr/>
        </p:nvSpPr>
        <p:spPr>
          <a:xfrm>
            <a:off x="4762500000" y="85248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973]]></a:t>
            </a:r>
          </a:p>
        </p:txBody>
      </p:sp>
      <p:sp>
        <p:nvSpPr>
          <p:cNvPr id="245" name=""/>
          <p:cNvSpPr txBox="1"/>
          <p:nvPr/>
        </p:nvSpPr>
        <p:spPr>
          <a:xfrm>
            <a:off x="12382500000" y="85248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PB_ABATTOIR]]></a:t>
            </a:r>
          </a:p>
        </p:txBody>
      </p:sp>
      <p:sp>
        <p:nvSpPr>
          <p:cNvPr id="246" name=""/>
          <p:cNvSpPr txBox="1"/>
          <p:nvPr/>
        </p:nvSpPr>
        <p:spPr>
          <a:xfrm>
            <a:off x="28575000000" y="85248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47" name=""/>
          <p:cNvSpPr txBox="1"/>
          <p:nvPr/>
        </p:nvSpPr>
        <p:spPr>
          <a:xfrm>
            <a:off x="35242500000" y="85248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48" name=""/>
          <p:cNvSpPr txBox="1"/>
          <p:nvPr/>
        </p:nvSpPr>
        <p:spPr>
          <a:xfrm>
            <a:off x="40957500000" y="85248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67.9%]]></a:t>
            </a:r>
          </a:p>
        </p:txBody>
      </p:sp>
      <p:sp>
        <p:nvSpPr>
          <p:cNvPr id="249" name=""/>
          <p:cNvSpPr txBox="1"/>
          <p:nvPr/>
        </p:nvSpPr>
        <p:spPr>
          <a:xfrm>
            <a:off x="49053750000" y="85248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50" name=""/>
          <p:cNvSpPr txBox="1"/>
          <p:nvPr/>
        </p:nvSpPr>
        <p:spPr>
          <a:xfrm>
            <a:off x="65246250000" y="85248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9.3%]]></a:t>
            </a:r>
          </a:p>
        </p:txBody>
      </p:sp>
      <p:sp>
        <p:nvSpPr>
          <p:cNvPr id="251" name=""/>
          <p:cNvSpPr txBox="1"/>
          <p:nvPr/>
        </p:nvSpPr>
        <p:spPr>
          <a:xfrm>
            <a:off x="1905000000" y="87820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1]]></a:t>
            </a:r>
          </a:p>
        </p:txBody>
      </p:sp>
      <p:sp>
        <p:nvSpPr>
          <p:cNvPr id="252" name=""/>
          <p:cNvSpPr txBox="1"/>
          <p:nvPr/>
        </p:nvSpPr>
        <p:spPr>
          <a:xfrm>
            <a:off x="4762500000" y="87820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178]]></a:t>
            </a:r>
          </a:p>
        </p:txBody>
      </p:sp>
      <p:sp>
        <p:nvSpPr>
          <p:cNvPr id="253" name=""/>
          <p:cNvSpPr txBox="1"/>
          <p:nvPr/>
        </p:nvSpPr>
        <p:spPr>
          <a:xfrm>
            <a:off x="12382500000" y="87820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PARA]]></a:t>
            </a:r>
          </a:p>
        </p:txBody>
      </p:sp>
      <p:sp>
        <p:nvSpPr>
          <p:cNvPr id="254" name=""/>
          <p:cNvSpPr txBox="1"/>
          <p:nvPr/>
        </p:nvSpPr>
        <p:spPr>
          <a:xfrm>
            <a:off x="28575000000" y="87820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55" name=""/>
          <p:cNvSpPr txBox="1"/>
          <p:nvPr/>
        </p:nvSpPr>
        <p:spPr>
          <a:xfrm>
            <a:off x="35242500000" y="87820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56" name=""/>
          <p:cNvSpPr txBox="1"/>
          <p:nvPr/>
        </p:nvSpPr>
        <p:spPr>
          <a:xfrm>
            <a:off x="40957500000" y="87820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0.5%]]></a:t>
            </a:r>
          </a:p>
        </p:txBody>
      </p:sp>
      <p:sp>
        <p:nvSpPr>
          <p:cNvPr id="257" name=""/>
          <p:cNvSpPr txBox="1"/>
          <p:nvPr/>
        </p:nvSpPr>
        <p:spPr>
          <a:xfrm>
            <a:off x="49053750000" y="87820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58" name=""/>
          <p:cNvSpPr txBox="1"/>
          <p:nvPr/>
        </p:nvSpPr>
        <p:spPr>
          <a:xfrm>
            <a:off x="65246250000" y="87820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1.7%]]></a:t>
            </a:r>
          </a:p>
        </p:txBody>
      </p:sp>
      <p:sp>
        <p:nvSpPr>
          <p:cNvPr id="259" name=""/>
          <p:cNvSpPr txBox="1"/>
          <p:nvPr/>
        </p:nvSpPr>
        <p:spPr>
          <a:xfrm>
            <a:off x="1905000000" y="903922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2]]></a:t>
            </a:r>
          </a:p>
        </p:txBody>
      </p:sp>
      <p:sp>
        <p:nvSpPr>
          <p:cNvPr id="260" name=""/>
          <p:cNvSpPr txBox="1"/>
          <p:nvPr/>
        </p:nvSpPr>
        <p:spPr>
          <a:xfrm>
            <a:off x="4762500000" y="903922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AC694]]></a:t>
            </a:r>
          </a:p>
        </p:txBody>
      </p:sp>
      <p:sp>
        <p:nvSpPr>
          <p:cNvPr id="261" name=""/>
          <p:cNvSpPr txBox="1"/>
          <p:nvPr/>
        </p:nvSpPr>
        <p:spPr>
          <a:xfrm>
            <a:off x="12382500000" y="90392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NAMBANAKAHA]]></a:t>
            </a:r>
          </a:p>
        </p:txBody>
      </p:sp>
      <p:sp>
        <p:nvSpPr>
          <p:cNvPr id="262" name=""/>
          <p:cNvSpPr txBox="1"/>
          <p:nvPr/>
        </p:nvSpPr>
        <p:spPr>
          <a:xfrm>
            <a:off x="28575000000" y="90392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63" name=""/>
          <p:cNvSpPr txBox="1"/>
          <p:nvPr/>
        </p:nvSpPr>
        <p:spPr>
          <a:xfrm>
            <a:off x="35242500000" y="903922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64" name=""/>
          <p:cNvSpPr txBox="1"/>
          <p:nvPr/>
        </p:nvSpPr>
        <p:spPr>
          <a:xfrm>
            <a:off x="40957500000" y="903922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1.1%]]></a:t>
            </a:r>
          </a:p>
        </p:txBody>
      </p:sp>
      <p:sp>
        <p:nvSpPr>
          <p:cNvPr id="265" name=""/>
          <p:cNvSpPr txBox="1"/>
          <p:nvPr/>
        </p:nvSpPr>
        <p:spPr>
          <a:xfrm>
            <a:off x="49053750000" y="903922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uccès Handover]]></a:t>
            </a:r>
          </a:p>
        </p:txBody>
      </p:sp>
      <p:sp>
        <p:nvSpPr>
          <p:cNvPr id="266" name=""/>
          <p:cNvSpPr txBox="1"/>
          <p:nvPr/>
        </p:nvSpPr>
        <p:spPr>
          <a:xfrm>
            <a:off x="65246250000" y="903922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3.0%]]></a:t>
            </a:r>
          </a:p>
        </p:txBody>
      </p:sp>
      <p:sp>
        <p:nvSpPr>
          <p:cNvPr id="267" name=""/>
          <p:cNvSpPr txBox="1"/>
          <p:nvPr/>
        </p:nvSpPr>
        <p:spPr>
          <a:xfrm>
            <a:off x="1905000000" y="929640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3]]></a:t>
            </a:r>
          </a:p>
        </p:txBody>
      </p:sp>
      <p:sp>
        <p:nvSpPr>
          <p:cNvPr id="268" name=""/>
          <p:cNvSpPr txBox="1"/>
          <p:nvPr/>
        </p:nvSpPr>
        <p:spPr>
          <a:xfrm>
            <a:off x="4762500000" y="929640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ET925]]></a:t>
            </a:r>
          </a:p>
        </p:txBody>
      </p:sp>
      <p:sp>
        <p:nvSpPr>
          <p:cNvPr id="269" name=""/>
          <p:cNvSpPr txBox="1"/>
          <p:nvPr/>
        </p:nvSpPr>
        <p:spPr>
          <a:xfrm>
            <a:off x="12382500000" y="92964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OKOURALA]]></a:t>
            </a:r>
          </a:p>
        </p:txBody>
      </p:sp>
      <p:sp>
        <p:nvSpPr>
          <p:cNvPr id="270" name=""/>
          <p:cNvSpPr txBox="1"/>
          <p:nvPr/>
        </p:nvSpPr>
        <p:spPr>
          <a:xfrm>
            <a:off x="28575000000" y="92964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71" name=""/>
          <p:cNvSpPr txBox="1"/>
          <p:nvPr/>
        </p:nvSpPr>
        <p:spPr>
          <a:xfrm>
            <a:off x="35242500000" y="929640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4G]]></a:t>
            </a:r>
          </a:p>
        </p:txBody>
      </p:sp>
      <p:sp>
        <p:nvSpPr>
          <p:cNvPr id="272" name=""/>
          <p:cNvSpPr txBox="1"/>
          <p:nvPr/>
        </p:nvSpPr>
        <p:spPr>
          <a:xfrm>
            <a:off x="40957500000" y="929640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1.8%]]></a:t>
            </a:r>
          </a:p>
        </p:txBody>
      </p:sp>
      <p:sp>
        <p:nvSpPr>
          <p:cNvPr id="273" name=""/>
          <p:cNvSpPr txBox="1"/>
          <p:nvPr/>
        </p:nvSpPr>
        <p:spPr>
          <a:xfrm>
            <a:off x="49053750000" y="929640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HO Inter-freq]]></a:t>
            </a:r>
          </a:p>
        </p:txBody>
      </p:sp>
      <p:sp>
        <p:nvSpPr>
          <p:cNvPr id="274" name=""/>
          <p:cNvSpPr txBox="1"/>
          <p:nvPr/>
        </p:nvSpPr>
        <p:spPr>
          <a:xfrm>
            <a:off x="65246250000" y="929640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8.6%]]></a:t>
            </a:r>
          </a:p>
        </p:txBody>
      </p:sp>
      <p:sp>
        <p:nvSpPr>
          <p:cNvPr id="275" name=""/>
          <p:cNvSpPr txBox="1"/>
          <p:nvPr/>
        </p:nvSpPr>
        <p:spPr>
          <a:xfrm>
            <a:off x="1905000000" y="95535750000"/>
            <a:ext cx="285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4]]></a:t>
            </a:r>
          </a:p>
        </p:txBody>
      </p:sp>
      <p:sp>
        <p:nvSpPr>
          <p:cNvPr id="276" name=""/>
          <p:cNvSpPr txBox="1"/>
          <p:nvPr/>
        </p:nvSpPr>
        <p:spPr>
          <a:xfrm>
            <a:off x="4762500000" y="95535750000"/>
            <a:ext cx="7620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90]]></a:t>
            </a:r>
          </a:p>
        </p:txBody>
      </p:sp>
      <p:sp>
        <p:nvSpPr>
          <p:cNvPr id="277" name=""/>
          <p:cNvSpPr txBox="1"/>
          <p:nvPr/>
        </p:nvSpPr>
        <p:spPr>
          <a:xfrm>
            <a:off x="12382500000" y="95535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RURAL_KROFOINSOU]]></a:t>
            </a:r>
          </a:p>
        </p:txBody>
      </p:sp>
      <p:sp>
        <p:nvSpPr>
          <p:cNvPr id="278" name=""/>
          <p:cNvSpPr txBox="1"/>
          <p:nvPr/>
        </p:nvSpPr>
        <p:spPr>
          <a:xfrm>
            <a:off x="28575000000" y="95535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79" name=""/>
          <p:cNvSpPr txBox="1"/>
          <p:nvPr/>
        </p:nvSpPr>
        <p:spPr>
          <a:xfrm>
            <a:off x="35242500000" y="95535750000"/>
            <a:ext cx="57150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80" name=""/>
          <p:cNvSpPr txBox="1"/>
          <p:nvPr/>
        </p:nvSpPr>
        <p:spPr>
          <a:xfrm>
            <a:off x="40957500000" y="95535750000"/>
            <a:ext cx="809625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2.8%]]></a:t>
            </a:r>
          </a:p>
        </p:txBody>
      </p:sp>
      <p:sp>
        <p:nvSpPr>
          <p:cNvPr id="281" name=""/>
          <p:cNvSpPr txBox="1"/>
          <p:nvPr/>
        </p:nvSpPr>
        <p:spPr>
          <a:xfrm>
            <a:off x="49053750000" y="95535750000"/>
            <a:ext cx="16192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Succès Handover]]></a:t>
            </a:r>
          </a:p>
        </p:txBody>
      </p:sp>
      <p:sp>
        <p:nvSpPr>
          <p:cNvPr id="282" name=""/>
          <p:cNvSpPr txBox="1"/>
          <p:nvPr/>
        </p:nvSpPr>
        <p:spPr>
          <a:xfrm>
            <a:off x="65246250000" y="95535750000"/>
            <a:ext cx="6667500000" cy="2571750000"/>
          </a:xfrm>
          <a:prstGeom prst="rect">
            <a:avLst/>
          </a:prstGeom>
          <a:solidFill>
            <a:srgbClr val="F1F5F9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18.0%]]></a:t>
            </a:r>
          </a:p>
        </p:txBody>
      </p:sp>
      <p:sp>
        <p:nvSpPr>
          <p:cNvPr id="283" name=""/>
          <p:cNvSpPr txBox="1"/>
          <p:nvPr/>
        </p:nvSpPr>
        <p:spPr>
          <a:xfrm>
            <a:off x="1905000000" y="98107500000"/>
            <a:ext cx="285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35]]></a:t>
            </a:r>
          </a:p>
        </p:txBody>
      </p:sp>
      <p:sp>
        <p:nvSpPr>
          <p:cNvPr id="284" name=""/>
          <p:cNvSpPr txBox="1"/>
          <p:nvPr/>
        </p:nvSpPr>
        <p:spPr>
          <a:xfrm>
            <a:off x="4762500000" y="98107500000"/>
            <a:ext cx="7620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62]]></a:t>
            </a:r>
          </a:p>
        </p:txBody>
      </p:sp>
      <p:sp>
        <p:nvSpPr>
          <p:cNvPr id="285" name=""/>
          <p:cNvSpPr txBox="1"/>
          <p:nvPr/>
        </p:nvSpPr>
        <p:spPr>
          <a:xfrm>
            <a:off x="12382500000" y="98107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IM362]]></a:t>
            </a:r>
          </a:p>
        </p:txBody>
      </p:sp>
      <p:sp>
        <p:nvSpPr>
          <p:cNvPr id="286" name=""/>
          <p:cNvSpPr txBox="1"/>
          <p:nvPr/>
        </p:nvSpPr>
        <p:spPr>
          <a:xfrm>
            <a:off x="28575000000" y="98107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CI]]></a:t>
            </a:r>
          </a:p>
        </p:txBody>
      </p:sp>
      <p:sp>
        <p:nvSpPr>
          <p:cNvPr id="287" name=""/>
          <p:cNvSpPr txBox="1"/>
          <p:nvPr/>
        </p:nvSpPr>
        <p:spPr>
          <a:xfrm>
            <a:off x="35242500000" y="98107500000"/>
            <a:ext cx="57150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G]]></a:t>
            </a:r>
          </a:p>
        </p:txBody>
      </p:sp>
      <p:sp>
        <p:nvSpPr>
          <p:cNvPr id="288" name=""/>
          <p:cNvSpPr txBox="1"/>
          <p:nvPr/>
        </p:nvSpPr>
        <p:spPr>
          <a:xfrm>
            <a:off x="40957500000" y="98107500000"/>
            <a:ext cx="809625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b="1" sz="800" spc="0" u="none">
                <a:solidFill>
                  <a:srgbClr val="EF4444">
                    <a:alpha val="100.00%"/>
                  </a:srgbClr>
                </a:solidFill>
                <a:latin typeface="Calibri"/>
              </a:rPr>
              <a:t><![CDATA[73.5%]]></a:t>
            </a:r>
          </a:p>
        </p:txBody>
      </p:sp>
      <p:sp>
        <p:nvSpPr>
          <p:cNvPr id="289" name=""/>
          <p:cNvSpPr txBox="1"/>
          <p:nvPr/>
        </p:nvSpPr>
        <p:spPr>
          <a:xfrm>
            <a:off x="49053750000" y="98107500000"/>
            <a:ext cx="16192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Disponibilité TCH]]></a:t>
            </a:r>
          </a:p>
        </p:txBody>
      </p:sp>
      <p:sp>
        <p:nvSpPr>
          <p:cNvPr id="290" name=""/>
          <p:cNvSpPr txBox="1"/>
          <p:nvPr/>
        </p:nvSpPr>
        <p:spPr>
          <a:xfrm>
            <a:off x="65246250000" y="98107500000"/>
            <a:ext cx="6667500000" cy="2571750000"/>
          </a:xfrm>
          <a:prstGeom prst="rect">
            <a:avLst/>
          </a:prstGeom>
          <a:solidFill>
            <a:srgbClr val="FFFFFF">
              <a:alpha val="100.00%"/>
            </a:srgbClr>
          </a:solidFill>
          <a:ln w="12700" cap="flat" cmpd="sng" algn="ctr">
            <a:solidFill>
              <a:srgbClr val="E5E7EB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rtlCol="0" bIns="45720" lIns="91440" rIns="91440" tIns="45720">
            <a:spAutoFit/>
          </a:bodyPr>
          <a:lstStyle/>
          <a:p>
            <a:pPr algn="ctr" fontAlgn="ctr" marL="0" marR="0" indent="0" lvl="0">
              <a:lnSpc>
                <a:spcPct val="100%"/>
              </a:lnSpc>
            </a:pPr>
            <a:r>
              <a:rPr lang="en-US" sz="800" spc="0" u="none">
                <a:solidFill>
                  <a:srgbClr val="374151">
                    <a:alpha val="100.00%"/>
                  </a:srgbClr>
                </a:solidFill>
                <a:latin typeface="Calibri"/>
              </a:rPr>
              <a:t><![CDATA[21.1%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2">
  <a:themeElements>
    <a:clrScheme name="Theme1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1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12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NetInsight 360</dc:creator>
  <cp:lastModifiedBy>Unknown Creator</cp:lastModifiedBy>
  <dcterms:created xsi:type="dcterms:W3CDTF">2026-03-31T13:33:54Z</dcterms:created>
  <dcterms:modified xsi:type="dcterms:W3CDTF">2026-03-31T13:33:54Z</dcterms:modified>
  <dc:title>Rapport KPIs RAN — 31/03/2026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